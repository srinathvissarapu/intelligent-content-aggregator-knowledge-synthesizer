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9" r:id="rId7"/>
    <p:sldId id="261" r:id="rId8"/>
    <p:sldId id="262" r:id="rId9"/>
    <p:sldId id="263" r:id="rId10"/>
    <p:sldId id="266" r:id="rId11"/>
    <p:sldId id="267" r:id="rId12"/>
    <p:sldId id="264" r:id="rId13"/>
    <p:sldId id="265" r:id="rId14"/>
    <p:sldId id="272" r:id="rId15"/>
    <p:sldId id="270" r:id="rId16"/>
    <p:sldId id="275" r:id="rId17"/>
    <p:sldId id="271"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E4C4E4-E139-4582-8BB9-FF7D77D0CFC7}"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E160CD88-F66F-44A7-AB4C-1DC5D55F3207}">
      <dgm:prSet/>
      <dgm:spPr/>
      <dgm:t>
        <a:bodyPr/>
        <a:lstStyle/>
        <a:p>
          <a:r>
            <a:rPr lang="en-US"/>
            <a:t>Problem Statement</a:t>
          </a:r>
        </a:p>
      </dgm:t>
    </dgm:pt>
    <dgm:pt modelId="{527D6F34-D28F-4854-A9EB-FC25C5C52A0F}" type="parTrans" cxnId="{716918FC-241F-4DE4-871C-8254823A7CAE}">
      <dgm:prSet/>
      <dgm:spPr/>
      <dgm:t>
        <a:bodyPr/>
        <a:lstStyle/>
        <a:p>
          <a:endParaRPr lang="en-US"/>
        </a:p>
      </dgm:t>
    </dgm:pt>
    <dgm:pt modelId="{2946BDFC-64AD-4E56-9203-26C5DA77E028}" type="sibTrans" cxnId="{716918FC-241F-4DE4-871C-8254823A7CAE}">
      <dgm:prSet/>
      <dgm:spPr/>
      <dgm:t>
        <a:bodyPr/>
        <a:lstStyle/>
        <a:p>
          <a:endParaRPr lang="en-US"/>
        </a:p>
      </dgm:t>
    </dgm:pt>
    <dgm:pt modelId="{FEE768E8-3B47-42B2-B585-529AAF0E7C14}">
      <dgm:prSet/>
      <dgm:spPr/>
      <dgm:t>
        <a:bodyPr/>
        <a:lstStyle/>
        <a:p>
          <a:r>
            <a:rPr lang="en-US"/>
            <a:t>Background and Introduction</a:t>
          </a:r>
        </a:p>
      </dgm:t>
    </dgm:pt>
    <dgm:pt modelId="{3FA1C9D9-F05B-4787-B012-724FDBE9101F}" type="parTrans" cxnId="{137D9322-89BF-49A6-91D3-0042D98AE424}">
      <dgm:prSet/>
      <dgm:spPr/>
      <dgm:t>
        <a:bodyPr/>
        <a:lstStyle/>
        <a:p>
          <a:endParaRPr lang="en-US"/>
        </a:p>
      </dgm:t>
    </dgm:pt>
    <dgm:pt modelId="{B4DF1244-D63B-48D6-A63A-ABBCCC97BE07}" type="sibTrans" cxnId="{137D9322-89BF-49A6-91D3-0042D98AE424}">
      <dgm:prSet/>
      <dgm:spPr/>
      <dgm:t>
        <a:bodyPr/>
        <a:lstStyle/>
        <a:p>
          <a:endParaRPr lang="en-US"/>
        </a:p>
      </dgm:t>
    </dgm:pt>
    <dgm:pt modelId="{1F920095-CFEF-4785-B259-D29EAE139E78}">
      <dgm:prSet/>
      <dgm:spPr/>
      <dgm:t>
        <a:bodyPr/>
        <a:lstStyle/>
        <a:p>
          <a:r>
            <a:rPr lang="en-US"/>
            <a:t>Literature Review</a:t>
          </a:r>
        </a:p>
      </dgm:t>
    </dgm:pt>
    <dgm:pt modelId="{88132BA7-990A-454B-BD41-952038484799}" type="parTrans" cxnId="{879F42FE-59CD-42E9-8A04-4F65F0343CBE}">
      <dgm:prSet/>
      <dgm:spPr/>
      <dgm:t>
        <a:bodyPr/>
        <a:lstStyle/>
        <a:p>
          <a:endParaRPr lang="en-US"/>
        </a:p>
      </dgm:t>
    </dgm:pt>
    <dgm:pt modelId="{2BCEC86E-6470-4BAB-A979-574026F31528}" type="sibTrans" cxnId="{879F42FE-59CD-42E9-8A04-4F65F0343CBE}">
      <dgm:prSet/>
      <dgm:spPr/>
      <dgm:t>
        <a:bodyPr/>
        <a:lstStyle/>
        <a:p>
          <a:endParaRPr lang="en-US"/>
        </a:p>
      </dgm:t>
    </dgm:pt>
    <dgm:pt modelId="{66548AEA-37A1-4030-931D-B2EB910DB622}">
      <dgm:prSet/>
      <dgm:spPr/>
      <dgm:t>
        <a:bodyPr/>
        <a:lstStyle/>
        <a:p>
          <a:r>
            <a:rPr lang="en-US"/>
            <a:t>Use Case</a:t>
          </a:r>
        </a:p>
      </dgm:t>
    </dgm:pt>
    <dgm:pt modelId="{115F23D8-CDDC-477C-93FC-2A2B4AEC827E}" type="parTrans" cxnId="{EB290AF0-577C-44E3-A7BB-61A531128592}">
      <dgm:prSet/>
      <dgm:spPr/>
      <dgm:t>
        <a:bodyPr/>
        <a:lstStyle/>
        <a:p>
          <a:endParaRPr lang="en-US"/>
        </a:p>
      </dgm:t>
    </dgm:pt>
    <dgm:pt modelId="{4FA453FC-5615-43D8-AE2D-59C7A4DC5C4F}" type="sibTrans" cxnId="{EB290AF0-577C-44E3-A7BB-61A531128592}">
      <dgm:prSet/>
      <dgm:spPr/>
      <dgm:t>
        <a:bodyPr/>
        <a:lstStyle/>
        <a:p>
          <a:endParaRPr lang="en-US"/>
        </a:p>
      </dgm:t>
    </dgm:pt>
    <dgm:pt modelId="{09CD1A2A-A68D-4C19-9EC7-C3637D7AC4EA}">
      <dgm:prSet/>
      <dgm:spPr/>
      <dgm:t>
        <a:bodyPr/>
        <a:lstStyle/>
        <a:p>
          <a:r>
            <a:rPr lang="en-US"/>
            <a:t>Architecture Diagram</a:t>
          </a:r>
        </a:p>
      </dgm:t>
    </dgm:pt>
    <dgm:pt modelId="{B486BB00-82CD-454F-AD3C-4D087A8CF307}" type="parTrans" cxnId="{7F2A6EDD-35A9-4371-847C-36E4EE697A85}">
      <dgm:prSet/>
      <dgm:spPr/>
      <dgm:t>
        <a:bodyPr/>
        <a:lstStyle/>
        <a:p>
          <a:endParaRPr lang="en-US"/>
        </a:p>
      </dgm:t>
    </dgm:pt>
    <dgm:pt modelId="{14F2996D-E766-46E6-ADAA-85A015539919}" type="sibTrans" cxnId="{7F2A6EDD-35A9-4371-847C-36E4EE697A85}">
      <dgm:prSet/>
      <dgm:spPr/>
      <dgm:t>
        <a:bodyPr/>
        <a:lstStyle/>
        <a:p>
          <a:endParaRPr lang="en-US"/>
        </a:p>
      </dgm:t>
    </dgm:pt>
    <dgm:pt modelId="{CA16C42F-B95E-4853-B50F-2147D8D19B80}">
      <dgm:prSet/>
      <dgm:spPr/>
      <dgm:t>
        <a:bodyPr/>
        <a:lstStyle/>
        <a:p>
          <a:r>
            <a:rPr lang="en-US"/>
            <a:t>Methodology</a:t>
          </a:r>
        </a:p>
      </dgm:t>
    </dgm:pt>
    <dgm:pt modelId="{D3A79F42-13F9-4260-80CB-6F046BAB90E3}" type="parTrans" cxnId="{82F6111C-4F1F-4FB7-8B43-34501EC9A56F}">
      <dgm:prSet/>
      <dgm:spPr/>
      <dgm:t>
        <a:bodyPr/>
        <a:lstStyle/>
        <a:p>
          <a:endParaRPr lang="en-US"/>
        </a:p>
      </dgm:t>
    </dgm:pt>
    <dgm:pt modelId="{05698631-6E9C-4F14-9FA8-15DAEC92E22A}" type="sibTrans" cxnId="{82F6111C-4F1F-4FB7-8B43-34501EC9A56F}">
      <dgm:prSet/>
      <dgm:spPr/>
      <dgm:t>
        <a:bodyPr/>
        <a:lstStyle/>
        <a:p>
          <a:endParaRPr lang="en-US"/>
        </a:p>
      </dgm:t>
    </dgm:pt>
    <dgm:pt modelId="{88210E45-F525-437F-946F-B17FAF30C721}">
      <dgm:prSet/>
      <dgm:spPr/>
      <dgm:t>
        <a:bodyPr/>
        <a:lstStyle/>
        <a:p>
          <a:r>
            <a:rPr lang="en-US"/>
            <a:t>Preliminary Results</a:t>
          </a:r>
        </a:p>
      </dgm:t>
    </dgm:pt>
    <dgm:pt modelId="{E95F9DA4-A26B-4EAA-952F-5D36BBC6BDEB}" type="parTrans" cxnId="{11C08264-70F5-4BEE-B53D-34B3762F248A}">
      <dgm:prSet/>
      <dgm:spPr/>
      <dgm:t>
        <a:bodyPr/>
        <a:lstStyle/>
        <a:p>
          <a:endParaRPr lang="en-US"/>
        </a:p>
      </dgm:t>
    </dgm:pt>
    <dgm:pt modelId="{A5EB0CFC-80A4-430C-8A9B-8881F48955A6}" type="sibTrans" cxnId="{11C08264-70F5-4BEE-B53D-34B3762F248A}">
      <dgm:prSet/>
      <dgm:spPr/>
      <dgm:t>
        <a:bodyPr/>
        <a:lstStyle/>
        <a:p>
          <a:endParaRPr lang="en-US"/>
        </a:p>
      </dgm:t>
    </dgm:pt>
    <dgm:pt modelId="{82929CD2-8F8E-4384-BEA7-B4303FB3FAC2}">
      <dgm:prSet/>
      <dgm:spPr/>
      <dgm:t>
        <a:bodyPr/>
        <a:lstStyle/>
        <a:p>
          <a:r>
            <a:rPr lang="en-US"/>
            <a:t>Expected Outcomes</a:t>
          </a:r>
        </a:p>
      </dgm:t>
    </dgm:pt>
    <dgm:pt modelId="{9AC1FE41-D850-4DB7-8166-EE1D57ABF546}" type="parTrans" cxnId="{AEC5101C-D97E-4D79-A3FC-3E7F54E06951}">
      <dgm:prSet/>
      <dgm:spPr/>
      <dgm:t>
        <a:bodyPr/>
        <a:lstStyle/>
        <a:p>
          <a:endParaRPr lang="en-US"/>
        </a:p>
      </dgm:t>
    </dgm:pt>
    <dgm:pt modelId="{B4A14808-2D3A-4FE0-8AA1-92FDBE19D87F}" type="sibTrans" cxnId="{AEC5101C-D97E-4D79-A3FC-3E7F54E06951}">
      <dgm:prSet/>
      <dgm:spPr/>
      <dgm:t>
        <a:bodyPr/>
        <a:lstStyle/>
        <a:p>
          <a:endParaRPr lang="en-US"/>
        </a:p>
      </dgm:t>
    </dgm:pt>
    <dgm:pt modelId="{BD6A458B-F32A-4352-82D5-999F4A85849E}">
      <dgm:prSet/>
      <dgm:spPr/>
      <dgm:t>
        <a:bodyPr/>
        <a:lstStyle/>
        <a:p>
          <a:r>
            <a:rPr lang="en-US"/>
            <a:t>TimeLine </a:t>
          </a:r>
        </a:p>
      </dgm:t>
    </dgm:pt>
    <dgm:pt modelId="{0D642C82-25E5-4F39-AC57-4289B77E4710}" type="parTrans" cxnId="{1DDE13E6-DACB-4927-9795-A2CA391BCB00}">
      <dgm:prSet/>
      <dgm:spPr/>
      <dgm:t>
        <a:bodyPr/>
        <a:lstStyle/>
        <a:p>
          <a:endParaRPr lang="en-US"/>
        </a:p>
      </dgm:t>
    </dgm:pt>
    <dgm:pt modelId="{B376A1BA-9374-473D-A2A9-8534211A6C84}" type="sibTrans" cxnId="{1DDE13E6-DACB-4927-9795-A2CA391BCB00}">
      <dgm:prSet/>
      <dgm:spPr/>
      <dgm:t>
        <a:bodyPr/>
        <a:lstStyle/>
        <a:p>
          <a:endParaRPr lang="en-US"/>
        </a:p>
      </dgm:t>
    </dgm:pt>
    <dgm:pt modelId="{E96738BA-CE4E-4061-BB82-AEE1FE6889BD}">
      <dgm:prSet/>
      <dgm:spPr/>
      <dgm:t>
        <a:bodyPr/>
        <a:lstStyle/>
        <a:p>
          <a:r>
            <a:rPr lang="en-US"/>
            <a:t>References</a:t>
          </a:r>
        </a:p>
      </dgm:t>
    </dgm:pt>
    <dgm:pt modelId="{127CE660-A60B-4ED1-9D0F-A59246B7F97B}" type="parTrans" cxnId="{85C28344-9307-40E5-B248-54702B34BF22}">
      <dgm:prSet/>
      <dgm:spPr/>
      <dgm:t>
        <a:bodyPr/>
        <a:lstStyle/>
        <a:p>
          <a:endParaRPr lang="en-US"/>
        </a:p>
      </dgm:t>
    </dgm:pt>
    <dgm:pt modelId="{330C9123-E4D7-44C3-999E-8C69F525D029}" type="sibTrans" cxnId="{85C28344-9307-40E5-B248-54702B34BF22}">
      <dgm:prSet/>
      <dgm:spPr/>
      <dgm:t>
        <a:bodyPr/>
        <a:lstStyle/>
        <a:p>
          <a:endParaRPr lang="en-US"/>
        </a:p>
      </dgm:t>
    </dgm:pt>
    <dgm:pt modelId="{78BA6BC4-00AA-4F8C-851F-C3D90FDF8012}" type="pres">
      <dgm:prSet presAssocID="{E5E4C4E4-E139-4582-8BB9-FF7D77D0CFC7}" presName="diagram" presStyleCnt="0">
        <dgm:presLayoutVars>
          <dgm:dir/>
          <dgm:resizeHandles val="exact"/>
        </dgm:presLayoutVars>
      </dgm:prSet>
      <dgm:spPr/>
    </dgm:pt>
    <dgm:pt modelId="{79FF3A15-BFB0-43EF-9BC1-07A099159AF4}" type="pres">
      <dgm:prSet presAssocID="{E160CD88-F66F-44A7-AB4C-1DC5D55F3207}" presName="node" presStyleLbl="node1" presStyleIdx="0" presStyleCnt="10">
        <dgm:presLayoutVars>
          <dgm:bulletEnabled val="1"/>
        </dgm:presLayoutVars>
      </dgm:prSet>
      <dgm:spPr/>
    </dgm:pt>
    <dgm:pt modelId="{9D38BBA0-4FEF-4195-8A5F-EFC2D6327332}" type="pres">
      <dgm:prSet presAssocID="{2946BDFC-64AD-4E56-9203-26C5DA77E028}" presName="sibTrans" presStyleCnt="0"/>
      <dgm:spPr/>
    </dgm:pt>
    <dgm:pt modelId="{197044AE-1A12-417F-A708-AC52BD879928}" type="pres">
      <dgm:prSet presAssocID="{FEE768E8-3B47-42B2-B585-529AAF0E7C14}" presName="node" presStyleLbl="node1" presStyleIdx="1" presStyleCnt="10">
        <dgm:presLayoutVars>
          <dgm:bulletEnabled val="1"/>
        </dgm:presLayoutVars>
      </dgm:prSet>
      <dgm:spPr/>
    </dgm:pt>
    <dgm:pt modelId="{9F035C6C-47CC-41D0-B189-028827EFA5E1}" type="pres">
      <dgm:prSet presAssocID="{B4DF1244-D63B-48D6-A63A-ABBCCC97BE07}" presName="sibTrans" presStyleCnt="0"/>
      <dgm:spPr/>
    </dgm:pt>
    <dgm:pt modelId="{B45211F5-EE10-4E23-90A7-F675DAB2E0BF}" type="pres">
      <dgm:prSet presAssocID="{1F920095-CFEF-4785-B259-D29EAE139E78}" presName="node" presStyleLbl="node1" presStyleIdx="2" presStyleCnt="10">
        <dgm:presLayoutVars>
          <dgm:bulletEnabled val="1"/>
        </dgm:presLayoutVars>
      </dgm:prSet>
      <dgm:spPr/>
    </dgm:pt>
    <dgm:pt modelId="{09512106-A5ED-45BA-99A8-4D459EDA6A98}" type="pres">
      <dgm:prSet presAssocID="{2BCEC86E-6470-4BAB-A979-574026F31528}" presName="sibTrans" presStyleCnt="0"/>
      <dgm:spPr/>
    </dgm:pt>
    <dgm:pt modelId="{7CF47ECE-5605-4D81-B03D-539B7845A585}" type="pres">
      <dgm:prSet presAssocID="{66548AEA-37A1-4030-931D-B2EB910DB622}" presName="node" presStyleLbl="node1" presStyleIdx="3" presStyleCnt="10">
        <dgm:presLayoutVars>
          <dgm:bulletEnabled val="1"/>
        </dgm:presLayoutVars>
      </dgm:prSet>
      <dgm:spPr/>
    </dgm:pt>
    <dgm:pt modelId="{5920FC5B-5C9A-4AB6-AC4D-4D6685A51263}" type="pres">
      <dgm:prSet presAssocID="{4FA453FC-5615-43D8-AE2D-59C7A4DC5C4F}" presName="sibTrans" presStyleCnt="0"/>
      <dgm:spPr/>
    </dgm:pt>
    <dgm:pt modelId="{F14885FA-3D96-4FB0-A991-E4A263252B9E}" type="pres">
      <dgm:prSet presAssocID="{09CD1A2A-A68D-4C19-9EC7-C3637D7AC4EA}" presName="node" presStyleLbl="node1" presStyleIdx="4" presStyleCnt="10">
        <dgm:presLayoutVars>
          <dgm:bulletEnabled val="1"/>
        </dgm:presLayoutVars>
      </dgm:prSet>
      <dgm:spPr/>
    </dgm:pt>
    <dgm:pt modelId="{9FA82363-51FF-444A-BE96-82C548ED6DD6}" type="pres">
      <dgm:prSet presAssocID="{14F2996D-E766-46E6-ADAA-85A015539919}" presName="sibTrans" presStyleCnt="0"/>
      <dgm:spPr/>
    </dgm:pt>
    <dgm:pt modelId="{477E64CF-2955-4540-90D9-1985726CB968}" type="pres">
      <dgm:prSet presAssocID="{CA16C42F-B95E-4853-B50F-2147D8D19B80}" presName="node" presStyleLbl="node1" presStyleIdx="5" presStyleCnt="10">
        <dgm:presLayoutVars>
          <dgm:bulletEnabled val="1"/>
        </dgm:presLayoutVars>
      </dgm:prSet>
      <dgm:spPr/>
    </dgm:pt>
    <dgm:pt modelId="{570D276F-2E72-4D72-B1F8-C03BB8BCF9C6}" type="pres">
      <dgm:prSet presAssocID="{05698631-6E9C-4F14-9FA8-15DAEC92E22A}" presName="sibTrans" presStyleCnt="0"/>
      <dgm:spPr/>
    </dgm:pt>
    <dgm:pt modelId="{75BF7C8D-0DC0-4A34-98F5-65A0A0F6D197}" type="pres">
      <dgm:prSet presAssocID="{88210E45-F525-437F-946F-B17FAF30C721}" presName="node" presStyleLbl="node1" presStyleIdx="6" presStyleCnt="10">
        <dgm:presLayoutVars>
          <dgm:bulletEnabled val="1"/>
        </dgm:presLayoutVars>
      </dgm:prSet>
      <dgm:spPr/>
    </dgm:pt>
    <dgm:pt modelId="{733FF2F1-58A4-44D5-9865-7D4A5C43A064}" type="pres">
      <dgm:prSet presAssocID="{A5EB0CFC-80A4-430C-8A9B-8881F48955A6}" presName="sibTrans" presStyleCnt="0"/>
      <dgm:spPr/>
    </dgm:pt>
    <dgm:pt modelId="{5251D610-335F-45FD-9CB7-5E4A4E154576}" type="pres">
      <dgm:prSet presAssocID="{82929CD2-8F8E-4384-BEA7-B4303FB3FAC2}" presName="node" presStyleLbl="node1" presStyleIdx="7" presStyleCnt="10">
        <dgm:presLayoutVars>
          <dgm:bulletEnabled val="1"/>
        </dgm:presLayoutVars>
      </dgm:prSet>
      <dgm:spPr/>
    </dgm:pt>
    <dgm:pt modelId="{6522D33E-70AA-4488-BD48-1F944DC97F33}" type="pres">
      <dgm:prSet presAssocID="{B4A14808-2D3A-4FE0-8AA1-92FDBE19D87F}" presName="sibTrans" presStyleCnt="0"/>
      <dgm:spPr/>
    </dgm:pt>
    <dgm:pt modelId="{0D50A936-E051-49BC-980D-0C119A8E1A68}" type="pres">
      <dgm:prSet presAssocID="{BD6A458B-F32A-4352-82D5-999F4A85849E}" presName="node" presStyleLbl="node1" presStyleIdx="8" presStyleCnt="10">
        <dgm:presLayoutVars>
          <dgm:bulletEnabled val="1"/>
        </dgm:presLayoutVars>
      </dgm:prSet>
      <dgm:spPr/>
    </dgm:pt>
    <dgm:pt modelId="{1B07BB99-761F-4D89-9F17-55F849D3735A}" type="pres">
      <dgm:prSet presAssocID="{B376A1BA-9374-473D-A2A9-8534211A6C84}" presName="sibTrans" presStyleCnt="0"/>
      <dgm:spPr/>
    </dgm:pt>
    <dgm:pt modelId="{7A3031F1-592A-47A8-8E98-D783FA610087}" type="pres">
      <dgm:prSet presAssocID="{E96738BA-CE4E-4061-BB82-AEE1FE6889BD}" presName="node" presStyleLbl="node1" presStyleIdx="9" presStyleCnt="10">
        <dgm:presLayoutVars>
          <dgm:bulletEnabled val="1"/>
        </dgm:presLayoutVars>
      </dgm:prSet>
      <dgm:spPr/>
    </dgm:pt>
  </dgm:ptLst>
  <dgm:cxnLst>
    <dgm:cxn modelId="{AEC5101C-D97E-4D79-A3FC-3E7F54E06951}" srcId="{E5E4C4E4-E139-4582-8BB9-FF7D77D0CFC7}" destId="{82929CD2-8F8E-4384-BEA7-B4303FB3FAC2}" srcOrd="7" destOrd="0" parTransId="{9AC1FE41-D850-4DB7-8166-EE1D57ABF546}" sibTransId="{B4A14808-2D3A-4FE0-8AA1-92FDBE19D87F}"/>
    <dgm:cxn modelId="{82F6111C-4F1F-4FB7-8B43-34501EC9A56F}" srcId="{E5E4C4E4-E139-4582-8BB9-FF7D77D0CFC7}" destId="{CA16C42F-B95E-4853-B50F-2147D8D19B80}" srcOrd="5" destOrd="0" parTransId="{D3A79F42-13F9-4260-80CB-6F046BAB90E3}" sibTransId="{05698631-6E9C-4F14-9FA8-15DAEC92E22A}"/>
    <dgm:cxn modelId="{4E42751F-AEAC-412B-9542-E439CAD7B2DE}" type="presOf" srcId="{E96738BA-CE4E-4061-BB82-AEE1FE6889BD}" destId="{7A3031F1-592A-47A8-8E98-D783FA610087}" srcOrd="0" destOrd="0" presId="urn:microsoft.com/office/officeart/2005/8/layout/default"/>
    <dgm:cxn modelId="{137D9322-89BF-49A6-91D3-0042D98AE424}" srcId="{E5E4C4E4-E139-4582-8BB9-FF7D77D0CFC7}" destId="{FEE768E8-3B47-42B2-B585-529AAF0E7C14}" srcOrd="1" destOrd="0" parTransId="{3FA1C9D9-F05B-4787-B012-724FDBE9101F}" sibTransId="{B4DF1244-D63B-48D6-A63A-ABBCCC97BE07}"/>
    <dgm:cxn modelId="{94696038-8959-42F6-B66C-B597EDD1A742}" type="presOf" srcId="{E5E4C4E4-E139-4582-8BB9-FF7D77D0CFC7}" destId="{78BA6BC4-00AA-4F8C-851F-C3D90FDF8012}" srcOrd="0" destOrd="0" presId="urn:microsoft.com/office/officeart/2005/8/layout/default"/>
    <dgm:cxn modelId="{11C08264-70F5-4BEE-B53D-34B3762F248A}" srcId="{E5E4C4E4-E139-4582-8BB9-FF7D77D0CFC7}" destId="{88210E45-F525-437F-946F-B17FAF30C721}" srcOrd="6" destOrd="0" parTransId="{E95F9DA4-A26B-4EAA-952F-5D36BBC6BDEB}" sibTransId="{A5EB0CFC-80A4-430C-8A9B-8881F48955A6}"/>
    <dgm:cxn modelId="{85C28344-9307-40E5-B248-54702B34BF22}" srcId="{E5E4C4E4-E139-4582-8BB9-FF7D77D0CFC7}" destId="{E96738BA-CE4E-4061-BB82-AEE1FE6889BD}" srcOrd="9" destOrd="0" parTransId="{127CE660-A60B-4ED1-9D0F-A59246B7F97B}" sibTransId="{330C9123-E4D7-44C3-999E-8C69F525D029}"/>
    <dgm:cxn modelId="{07C42C4F-CB81-4FE7-8853-28317195FEB9}" type="presOf" srcId="{BD6A458B-F32A-4352-82D5-999F4A85849E}" destId="{0D50A936-E051-49BC-980D-0C119A8E1A68}" srcOrd="0" destOrd="0" presId="urn:microsoft.com/office/officeart/2005/8/layout/default"/>
    <dgm:cxn modelId="{E0FEA46F-88B3-4B1B-B0A4-0AEDB05A4F53}" type="presOf" srcId="{09CD1A2A-A68D-4C19-9EC7-C3637D7AC4EA}" destId="{F14885FA-3D96-4FB0-A991-E4A263252B9E}" srcOrd="0" destOrd="0" presId="urn:microsoft.com/office/officeart/2005/8/layout/default"/>
    <dgm:cxn modelId="{7A76B54F-B6CE-4BDF-98D5-4F108F1946A9}" type="presOf" srcId="{82929CD2-8F8E-4384-BEA7-B4303FB3FAC2}" destId="{5251D610-335F-45FD-9CB7-5E4A4E154576}" srcOrd="0" destOrd="0" presId="urn:microsoft.com/office/officeart/2005/8/layout/default"/>
    <dgm:cxn modelId="{FDA53F87-E2ED-454A-8C8A-2FF8059A18EA}" type="presOf" srcId="{1F920095-CFEF-4785-B259-D29EAE139E78}" destId="{B45211F5-EE10-4E23-90A7-F675DAB2E0BF}" srcOrd="0" destOrd="0" presId="urn:microsoft.com/office/officeart/2005/8/layout/default"/>
    <dgm:cxn modelId="{B8B8528B-2695-4DD1-8FA0-5BCF5C77D8CA}" type="presOf" srcId="{CA16C42F-B95E-4853-B50F-2147D8D19B80}" destId="{477E64CF-2955-4540-90D9-1985726CB968}" srcOrd="0" destOrd="0" presId="urn:microsoft.com/office/officeart/2005/8/layout/default"/>
    <dgm:cxn modelId="{ED33E2BE-5ECC-4D3D-AE01-D1BE2B0A02CF}" type="presOf" srcId="{FEE768E8-3B47-42B2-B585-529AAF0E7C14}" destId="{197044AE-1A12-417F-A708-AC52BD879928}" srcOrd="0" destOrd="0" presId="urn:microsoft.com/office/officeart/2005/8/layout/default"/>
    <dgm:cxn modelId="{E4B862C8-A288-4A19-9961-9F5FEC70114A}" type="presOf" srcId="{E160CD88-F66F-44A7-AB4C-1DC5D55F3207}" destId="{79FF3A15-BFB0-43EF-9BC1-07A099159AF4}" srcOrd="0" destOrd="0" presId="urn:microsoft.com/office/officeart/2005/8/layout/default"/>
    <dgm:cxn modelId="{7F2A6EDD-35A9-4371-847C-36E4EE697A85}" srcId="{E5E4C4E4-E139-4582-8BB9-FF7D77D0CFC7}" destId="{09CD1A2A-A68D-4C19-9EC7-C3637D7AC4EA}" srcOrd="4" destOrd="0" parTransId="{B486BB00-82CD-454F-AD3C-4D087A8CF307}" sibTransId="{14F2996D-E766-46E6-ADAA-85A015539919}"/>
    <dgm:cxn modelId="{27BEABDD-A403-4E15-B197-93CC17D0617E}" type="presOf" srcId="{66548AEA-37A1-4030-931D-B2EB910DB622}" destId="{7CF47ECE-5605-4D81-B03D-539B7845A585}" srcOrd="0" destOrd="0" presId="urn:microsoft.com/office/officeart/2005/8/layout/default"/>
    <dgm:cxn modelId="{541F43E2-F1A3-4E5C-BE08-6A68B3A93351}" type="presOf" srcId="{88210E45-F525-437F-946F-B17FAF30C721}" destId="{75BF7C8D-0DC0-4A34-98F5-65A0A0F6D197}" srcOrd="0" destOrd="0" presId="urn:microsoft.com/office/officeart/2005/8/layout/default"/>
    <dgm:cxn modelId="{1DDE13E6-DACB-4927-9795-A2CA391BCB00}" srcId="{E5E4C4E4-E139-4582-8BB9-FF7D77D0CFC7}" destId="{BD6A458B-F32A-4352-82D5-999F4A85849E}" srcOrd="8" destOrd="0" parTransId="{0D642C82-25E5-4F39-AC57-4289B77E4710}" sibTransId="{B376A1BA-9374-473D-A2A9-8534211A6C84}"/>
    <dgm:cxn modelId="{EB290AF0-577C-44E3-A7BB-61A531128592}" srcId="{E5E4C4E4-E139-4582-8BB9-FF7D77D0CFC7}" destId="{66548AEA-37A1-4030-931D-B2EB910DB622}" srcOrd="3" destOrd="0" parTransId="{115F23D8-CDDC-477C-93FC-2A2B4AEC827E}" sibTransId="{4FA453FC-5615-43D8-AE2D-59C7A4DC5C4F}"/>
    <dgm:cxn modelId="{716918FC-241F-4DE4-871C-8254823A7CAE}" srcId="{E5E4C4E4-E139-4582-8BB9-FF7D77D0CFC7}" destId="{E160CD88-F66F-44A7-AB4C-1DC5D55F3207}" srcOrd="0" destOrd="0" parTransId="{527D6F34-D28F-4854-A9EB-FC25C5C52A0F}" sibTransId="{2946BDFC-64AD-4E56-9203-26C5DA77E028}"/>
    <dgm:cxn modelId="{879F42FE-59CD-42E9-8A04-4F65F0343CBE}" srcId="{E5E4C4E4-E139-4582-8BB9-FF7D77D0CFC7}" destId="{1F920095-CFEF-4785-B259-D29EAE139E78}" srcOrd="2" destOrd="0" parTransId="{88132BA7-990A-454B-BD41-952038484799}" sibTransId="{2BCEC86E-6470-4BAB-A979-574026F31528}"/>
    <dgm:cxn modelId="{675378EC-8C4B-4315-A7A0-9CD4440DC57E}" type="presParOf" srcId="{78BA6BC4-00AA-4F8C-851F-C3D90FDF8012}" destId="{79FF3A15-BFB0-43EF-9BC1-07A099159AF4}" srcOrd="0" destOrd="0" presId="urn:microsoft.com/office/officeart/2005/8/layout/default"/>
    <dgm:cxn modelId="{0B2CF6F8-D035-4454-BFCE-425CFC3F4C8F}" type="presParOf" srcId="{78BA6BC4-00AA-4F8C-851F-C3D90FDF8012}" destId="{9D38BBA0-4FEF-4195-8A5F-EFC2D6327332}" srcOrd="1" destOrd="0" presId="urn:microsoft.com/office/officeart/2005/8/layout/default"/>
    <dgm:cxn modelId="{78D1F658-3EAC-4789-9B92-6A8883A1B26F}" type="presParOf" srcId="{78BA6BC4-00AA-4F8C-851F-C3D90FDF8012}" destId="{197044AE-1A12-417F-A708-AC52BD879928}" srcOrd="2" destOrd="0" presId="urn:microsoft.com/office/officeart/2005/8/layout/default"/>
    <dgm:cxn modelId="{50D3E0F2-552B-4BFB-B038-48E94D1206A2}" type="presParOf" srcId="{78BA6BC4-00AA-4F8C-851F-C3D90FDF8012}" destId="{9F035C6C-47CC-41D0-B189-028827EFA5E1}" srcOrd="3" destOrd="0" presId="urn:microsoft.com/office/officeart/2005/8/layout/default"/>
    <dgm:cxn modelId="{5BA280F2-DDF8-403F-8F94-29C7069E3913}" type="presParOf" srcId="{78BA6BC4-00AA-4F8C-851F-C3D90FDF8012}" destId="{B45211F5-EE10-4E23-90A7-F675DAB2E0BF}" srcOrd="4" destOrd="0" presId="urn:microsoft.com/office/officeart/2005/8/layout/default"/>
    <dgm:cxn modelId="{FA663FE1-4D1D-4AC1-838E-A6714CC442E6}" type="presParOf" srcId="{78BA6BC4-00AA-4F8C-851F-C3D90FDF8012}" destId="{09512106-A5ED-45BA-99A8-4D459EDA6A98}" srcOrd="5" destOrd="0" presId="urn:microsoft.com/office/officeart/2005/8/layout/default"/>
    <dgm:cxn modelId="{C55078F8-4CC0-4691-88FA-9319D87C58FB}" type="presParOf" srcId="{78BA6BC4-00AA-4F8C-851F-C3D90FDF8012}" destId="{7CF47ECE-5605-4D81-B03D-539B7845A585}" srcOrd="6" destOrd="0" presId="urn:microsoft.com/office/officeart/2005/8/layout/default"/>
    <dgm:cxn modelId="{DDF77A00-4BEE-43A0-9ED3-3D846D1DD9E6}" type="presParOf" srcId="{78BA6BC4-00AA-4F8C-851F-C3D90FDF8012}" destId="{5920FC5B-5C9A-4AB6-AC4D-4D6685A51263}" srcOrd="7" destOrd="0" presId="urn:microsoft.com/office/officeart/2005/8/layout/default"/>
    <dgm:cxn modelId="{D2CE774D-8C02-4CE3-A12E-C1858BA2A46D}" type="presParOf" srcId="{78BA6BC4-00AA-4F8C-851F-C3D90FDF8012}" destId="{F14885FA-3D96-4FB0-A991-E4A263252B9E}" srcOrd="8" destOrd="0" presId="urn:microsoft.com/office/officeart/2005/8/layout/default"/>
    <dgm:cxn modelId="{4FFD0F7E-C2ED-4313-A583-E067DA90F0D2}" type="presParOf" srcId="{78BA6BC4-00AA-4F8C-851F-C3D90FDF8012}" destId="{9FA82363-51FF-444A-BE96-82C548ED6DD6}" srcOrd="9" destOrd="0" presId="urn:microsoft.com/office/officeart/2005/8/layout/default"/>
    <dgm:cxn modelId="{E728BCF7-F96C-40FC-AABA-2CF66AF4427B}" type="presParOf" srcId="{78BA6BC4-00AA-4F8C-851F-C3D90FDF8012}" destId="{477E64CF-2955-4540-90D9-1985726CB968}" srcOrd="10" destOrd="0" presId="urn:microsoft.com/office/officeart/2005/8/layout/default"/>
    <dgm:cxn modelId="{FFB41229-9953-49C8-9FC0-431DFEB0C3D6}" type="presParOf" srcId="{78BA6BC4-00AA-4F8C-851F-C3D90FDF8012}" destId="{570D276F-2E72-4D72-B1F8-C03BB8BCF9C6}" srcOrd="11" destOrd="0" presId="urn:microsoft.com/office/officeart/2005/8/layout/default"/>
    <dgm:cxn modelId="{659AC19C-A0D5-4600-A197-A395090A32BB}" type="presParOf" srcId="{78BA6BC4-00AA-4F8C-851F-C3D90FDF8012}" destId="{75BF7C8D-0DC0-4A34-98F5-65A0A0F6D197}" srcOrd="12" destOrd="0" presId="urn:microsoft.com/office/officeart/2005/8/layout/default"/>
    <dgm:cxn modelId="{5EE647FA-B936-49AE-87E9-79A12EF9E364}" type="presParOf" srcId="{78BA6BC4-00AA-4F8C-851F-C3D90FDF8012}" destId="{733FF2F1-58A4-44D5-9865-7D4A5C43A064}" srcOrd="13" destOrd="0" presId="urn:microsoft.com/office/officeart/2005/8/layout/default"/>
    <dgm:cxn modelId="{393BF875-0C14-4B85-9ED2-55289B8CE8D9}" type="presParOf" srcId="{78BA6BC4-00AA-4F8C-851F-C3D90FDF8012}" destId="{5251D610-335F-45FD-9CB7-5E4A4E154576}" srcOrd="14" destOrd="0" presId="urn:microsoft.com/office/officeart/2005/8/layout/default"/>
    <dgm:cxn modelId="{EB9B7C17-92E9-4514-98A8-F2772E412DB6}" type="presParOf" srcId="{78BA6BC4-00AA-4F8C-851F-C3D90FDF8012}" destId="{6522D33E-70AA-4488-BD48-1F944DC97F33}" srcOrd="15" destOrd="0" presId="urn:microsoft.com/office/officeart/2005/8/layout/default"/>
    <dgm:cxn modelId="{EA026F59-E0A7-4D44-B3CB-F7D58C3EC2FE}" type="presParOf" srcId="{78BA6BC4-00AA-4F8C-851F-C3D90FDF8012}" destId="{0D50A936-E051-49BC-980D-0C119A8E1A68}" srcOrd="16" destOrd="0" presId="urn:microsoft.com/office/officeart/2005/8/layout/default"/>
    <dgm:cxn modelId="{96B81250-2B99-4E96-B547-5DF463F5E100}" type="presParOf" srcId="{78BA6BC4-00AA-4F8C-851F-C3D90FDF8012}" destId="{1B07BB99-761F-4D89-9F17-55F849D3735A}" srcOrd="17" destOrd="0" presId="urn:microsoft.com/office/officeart/2005/8/layout/default"/>
    <dgm:cxn modelId="{C1DDD828-680F-4770-90A3-2003E6B06DB7}" type="presParOf" srcId="{78BA6BC4-00AA-4F8C-851F-C3D90FDF8012}" destId="{7A3031F1-592A-47A8-8E98-D783FA610087}"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AACF5E-3A6F-41A3-96F1-C5E92AEBF7D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4A79B23-1FF6-4317-A40E-E7932524AF5E}">
      <dgm:prSet/>
      <dgm:spPr/>
      <dgm:t>
        <a:bodyPr/>
        <a:lstStyle/>
        <a:p>
          <a:pPr>
            <a:lnSpc>
              <a:spcPct val="100000"/>
            </a:lnSpc>
          </a:pPr>
          <a:r>
            <a:rPr lang="en-US" b="0" i="0"/>
            <a:t>Help users to gather and summarize information automatically from visited websites.</a:t>
          </a:r>
          <a:endParaRPr lang="en-US"/>
        </a:p>
      </dgm:t>
    </dgm:pt>
    <dgm:pt modelId="{981176FC-DE99-4FE3-BE41-A5884040619D}" type="parTrans" cxnId="{4BAC6F2C-0786-42E4-AF48-396223AD991C}">
      <dgm:prSet/>
      <dgm:spPr/>
      <dgm:t>
        <a:bodyPr/>
        <a:lstStyle/>
        <a:p>
          <a:endParaRPr lang="en-US"/>
        </a:p>
      </dgm:t>
    </dgm:pt>
    <dgm:pt modelId="{CB3D6D82-4979-43A1-99A3-D72FB2F8A683}" type="sibTrans" cxnId="{4BAC6F2C-0786-42E4-AF48-396223AD991C}">
      <dgm:prSet/>
      <dgm:spPr/>
      <dgm:t>
        <a:bodyPr/>
        <a:lstStyle/>
        <a:p>
          <a:pPr>
            <a:lnSpc>
              <a:spcPct val="100000"/>
            </a:lnSpc>
          </a:pPr>
          <a:endParaRPr lang="en-US"/>
        </a:p>
      </dgm:t>
    </dgm:pt>
    <dgm:pt modelId="{5229536F-39A8-4292-BA6C-2ACDD487E9A2}">
      <dgm:prSet/>
      <dgm:spPr/>
      <dgm:t>
        <a:bodyPr/>
        <a:lstStyle/>
        <a:p>
          <a:pPr>
            <a:lnSpc>
              <a:spcPct val="100000"/>
            </a:lnSpc>
          </a:pPr>
          <a:r>
            <a:rPr lang="en-US" b="0" i="0" dirty="0"/>
            <a:t>Extract text from Images using OCR and combine with other information.</a:t>
          </a:r>
          <a:endParaRPr lang="en-US" dirty="0"/>
        </a:p>
      </dgm:t>
    </dgm:pt>
    <dgm:pt modelId="{CFD4ED18-D9F5-4310-B8CA-BB4BE3E386EE}" type="parTrans" cxnId="{7EC4C99A-1D7C-4A07-9621-6BB28D10853A}">
      <dgm:prSet/>
      <dgm:spPr/>
      <dgm:t>
        <a:bodyPr/>
        <a:lstStyle/>
        <a:p>
          <a:endParaRPr lang="en-US"/>
        </a:p>
      </dgm:t>
    </dgm:pt>
    <dgm:pt modelId="{15D203E1-ED72-4A88-87CC-18CF7B348F49}" type="sibTrans" cxnId="{7EC4C99A-1D7C-4A07-9621-6BB28D10853A}">
      <dgm:prSet/>
      <dgm:spPr/>
      <dgm:t>
        <a:bodyPr/>
        <a:lstStyle/>
        <a:p>
          <a:pPr>
            <a:lnSpc>
              <a:spcPct val="100000"/>
            </a:lnSpc>
          </a:pPr>
          <a:endParaRPr lang="en-US"/>
        </a:p>
      </dgm:t>
    </dgm:pt>
    <dgm:pt modelId="{68D6E5C7-E375-4350-8EEB-85A1DB45DFC6}">
      <dgm:prSet/>
      <dgm:spPr/>
      <dgm:t>
        <a:bodyPr/>
        <a:lstStyle/>
        <a:p>
          <a:pPr>
            <a:lnSpc>
              <a:spcPct val="100000"/>
            </a:lnSpc>
          </a:pPr>
          <a:r>
            <a:rPr lang="en-US" b="0" i="0"/>
            <a:t>Minimal time to Research and site suggestions.</a:t>
          </a:r>
          <a:endParaRPr lang="en-US"/>
        </a:p>
      </dgm:t>
    </dgm:pt>
    <dgm:pt modelId="{6F6041D5-DFD0-42B1-AF68-DE44857B0C11}" type="parTrans" cxnId="{4B90FF50-8C5E-4216-9540-FC3F98C5BD5C}">
      <dgm:prSet/>
      <dgm:spPr/>
      <dgm:t>
        <a:bodyPr/>
        <a:lstStyle/>
        <a:p>
          <a:endParaRPr lang="en-US"/>
        </a:p>
      </dgm:t>
    </dgm:pt>
    <dgm:pt modelId="{01435C56-E3D0-4CCF-AD3F-8D6AA0A4BF78}" type="sibTrans" cxnId="{4B90FF50-8C5E-4216-9540-FC3F98C5BD5C}">
      <dgm:prSet/>
      <dgm:spPr/>
      <dgm:t>
        <a:bodyPr/>
        <a:lstStyle/>
        <a:p>
          <a:pPr>
            <a:lnSpc>
              <a:spcPct val="100000"/>
            </a:lnSpc>
          </a:pPr>
          <a:endParaRPr lang="en-US"/>
        </a:p>
      </dgm:t>
    </dgm:pt>
    <dgm:pt modelId="{8834DEAF-9625-4A67-9522-F34E9AF0A071}">
      <dgm:prSet/>
      <dgm:spPr/>
      <dgm:t>
        <a:bodyPr/>
        <a:lstStyle/>
        <a:p>
          <a:pPr>
            <a:lnSpc>
              <a:spcPct val="100000"/>
            </a:lnSpc>
          </a:pPr>
          <a:r>
            <a:rPr lang="en-US" b="0" i="0"/>
            <a:t>Overcome Challenges: Redundancy, Multilingual text</a:t>
          </a:r>
          <a:endParaRPr lang="en-US"/>
        </a:p>
      </dgm:t>
    </dgm:pt>
    <dgm:pt modelId="{E4B97016-3DFF-489D-BC8A-46785C9A3D23}" type="parTrans" cxnId="{7049538B-063E-4A27-8D30-3DA67EAAEE11}">
      <dgm:prSet/>
      <dgm:spPr/>
      <dgm:t>
        <a:bodyPr/>
        <a:lstStyle/>
        <a:p>
          <a:endParaRPr lang="en-US"/>
        </a:p>
      </dgm:t>
    </dgm:pt>
    <dgm:pt modelId="{6CD2DCAD-A380-402D-8FAA-74B36ECF9531}" type="sibTrans" cxnId="{7049538B-063E-4A27-8D30-3DA67EAAEE11}">
      <dgm:prSet/>
      <dgm:spPr/>
      <dgm:t>
        <a:bodyPr/>
        <a:lstStyle/>
        <a:p>
          <a:endParaRPr lang="en-US"/>
        </a:p>
      </dgm:t>
    </dgm:pt>
    <dgm:pt modelId="{5F64B3FB-5E17-48DD-AB6E-978D44C798B6}" type="pres">
      <dgm:prSet presAssocID="{A6AACF5E-3A6F-41A3-96F1-C5E92AEBF7DF}" presName="root" presStyleCnt="0">
        <dgm:presLayoutVars>
          <dgm:dir/>
          <dgm:resizeHandles val="exact"/>
        </dgm:presLayoutVars>
      </dgm:prSet>
      <dgm:spPr/>
    </dgm:pt>
    <dgm:pt modelId="{3FF87541-9E5D-4FAB-8891-BFF413F21B8D}" type="pres">
      <dgm:prSet presAssocID="{A6AACF5E-3A6F-41A3-96F1-C5E92AEBF7DF}" presName="container" presStyleCnt="0">
        <dgm:presLayoutVars>
          <dgm:dir/>
          <dgm:resizeHandles val="exact"/>
        </dgm:presLayoutVars>
      </dgm:prSet>
      <dgm:spPr/>
    </dgm:pt>
    <dgm:pt modelId="{446163FC-50E6-43EC-8C48-FC024BEA17ED}" type="pres">
      <dgm:prSet presAssocID="{D4A79B23-1FF6-4317-A40E-E7932524AF5E}" presName="compNode" presStyleCnt="0"/>
      <dgm:spPr/>
    </dgm:pt>
    <dgm:pt modelId="{D319A5A7-F82E-46EC-88AD-0C3D985C40D7}" type="pres">
      <dgm:prSet presAssocID="{D4A79B23-1FF6-4317-A40E-E7932524AF5E}" presName="iconBgRect" presStyleLbl="bgShp" presStyleIdx="0" presStyleCnt="4"/>
      <dgm:spPr/>
    </dgm:pt>
    <dgm:pt modelId="{6698CDE9-2632-4B74-AB6D-2B4626B2B129}" type="pres">
      <dgm:prSet presAssocID="{D4A79B23-1FF6-4317-A40E-E7932524AF5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orkflow"/>
        </a:ext>
      </dgm:extLst>
    </dgm:pt>
    <dgm:pt modelId="{9E553D62-C372-4FE3-A52B-40D2E530E898}" type="pres">
      <dgm:prSet presAssocID="{D4A79B23-1FF6-4317-A40E-E7932524AF5E}" presName="spaceRect" presStyleCnt="0"/>
      <dgm:spPr/>
    </dgm:pt>
    <dgm:pt modelId="{21147CE0-6925-4138-AF1A-9720D6692ED9}" type="pres">
      <dgm:prSet presAssocID="{D4A79B23-1FF6-4317-A40E-E7932524AF5E}" presName="textRect" presStyleLbl="revTx" presStyleIdx="0" presStyleCnt="4">
        <dgm:presLayoutVars>
          <dgm:chMax val="1"/>
          <dgm:chPref val="1"/>
        </dgm:presLayoutVars>
      </dgm:prSet>
      <dgm:spPr/>
    </dgm:pt>
    <dgm:pt modelId="{6521C9BF-43D5-4203-8167-9B68ABE55B5D}" type="pres">
      <dgm:prSet presAssocID="{CB3D6D82-4979-43A1-99A3-D72FB2F8A683}" presName="sibTrans" presStyleLbl="sibTrans2D1" presStyleIdx="0" presStyleCnt="0"/>
      <dgm:spPr/>
    </dgm:pt>
    <dgm:pt modelId="{B0938DD3-5655-4889-840B-C60D81D9BFB8}" type="pres">
      <dgm:prSet presAssocID="{5229536F-39A8-4292-BA6C-2ACDD487E9A2}" presName="compNode" presStyleCnt="0"/>
      <dgm:spPr/>
    </dgm:pt>
    <dgm:pt modelId="{4CB5B5FC-0C77-4227-882A-4C41625470DB}" type="pres">
      <dgm:prSet presAssocID="{5229536F-39A8-4292-BA6C-2ACDD487E9A2}" presName="iconBgRect" presStyleLbl="bgShp" presStyleIdx="1" presStyleCnt="4"/>
      <dgm:spPr/>
    </dgm:pt>
    <dgm:pt modelId="{F90D73E2-F91E-4EAB-AC08-C4840F7223A1}" type="pres">
      <dgm:prSet presAssocID="{5229536F-39A8-4292-BA6C-2ACDD487E9A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redder"/>
        </a:ext>
      </dgm:extLst>
    </dgm:pt>
    <dgm:pt modelId="{F48F1AE5-38BA-4489-A4A8-6C93DDF4A757}" type="pres">
      <dgm:prSet presAssocID="{5229536F-39A8-4292-BA6C-2ACDD487E9A2}" presName="spaceRect" presStyleCnt="0"/>
      <dgm:spPr/>
    </dgm:pt>
    <dgm:pt modelId="{F2A2B71E-71C9-4276-944C-9CE62AFAC40B}" type="pres">
      <dgm:prSet presAssocID="{5229536F-39A8-4292-BA6C-2ACDD487E9A2}" presName="textRect" presStyleLbl="revTx" presStyleIdx="1" presStyleCnt="4">
        <dgm:presLayoutVars>
          <dgm:chMax val="1"/>
          <dgm:chPref val="1"/>
        </dgm:presLayoutVars>
      </dgm:prSet>
      <dgm:spPr/>
    </dgm:pt>
    <dgm:pt modelId="{B9A80B45-BC13-447B-974A-AE742DCDA0DE}" type="pres">
      <dgm:prSet presAssocID="{15D203E1-ED72-4A88-87CC-18CF7B348F49}" presName="sibTrans" presStyleLbl="sibTrans2D1" presStyleIdx="0" presStyleCnt="0"/>
      <dgm:spPr/>
    </dgm:pt>
    <dgm:pt modelId="{2973E4EC-2915-41AB-A68A-C71FE03B8927}" type="pres">
      <dgm:prSet presAssocID="{68D6E5C7-E375-4350-8EEB-85A1DB45DFC6}" presName="compNode" presStyleCnt="0"/>
      <dgm:spPr/>
    </dgm:pt>
    <dgm:pt modelId="{C64A0E73-2D36-4C11-AC4B-B9CA4101F4F1}" type="pres">
      <dgm:prSet presAssocID="{68D6E5C7-E375-4350-8EEB-85A1DB45DFC6}" presName="iconBgRect" presStyleLbl="bgShp" presStyleIdx="2" presStyleCnt="4"/>
      <dgm:spPr/>
    </dgm:pt>
    <dgm:pt modelId="{7B2B53E4-E157-4B39-B339-58023BF81135}" type="pres">
      <dgm:prSet presAssocID="{68D6E5C7-E375-4350-8EEB-85A1DB45DFC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ze"/>
        </a:ext>
      </dgm:extLst>
    </dgm:pt>
    <dgm:pt modelId="{9BF4FE9B-FA40-4674-B4D2-B7B8C7ACE5AD}" type="pres">
      <dgm:prSet presAssocID="{68D6E5C7-E375-4350-8EEB-85A1DB45DFC6}" presName="spaceRect" presStyleCnt="0"/>
      <dgm:spPr/>
    </dgm:pt>
    <dgm:pt modelId="{C0459F17-16DF-4473-B7B5-F2649589D9FF}" type="pres">
      <dgm:prSet presAssocID="{68D6E5C7-E375-4350-8EEB-85A1DB45DFC6}" presName="textRect" presStyleLbl="revTx" presStyleIdx="2" presStyleCnt="4">
        <dgm:presLayoutVars>
          <dgm:chMax val="1"/>
          <dgm:chPref val="1"/>
        </dgm:presLayoutVars>
      </dgm:prSet>
      <dgm:spPr/>
    </dgm:pt>
    <dgm:pt modelId="{5BCF23CB-8D9C-4235-8EC3-25D8D32F669A}" type="pres">
      <dgm:prSet presAssocID="{01435C56-E3D0-4CCF-AD3F-8D6AA0A4BF78}" presName="sibTrans" presStyleLbl="sibTrans2D1" presStyleIdx="0" presStyleCnt="0"/>
      <dgm:spPr/>
    </dgm:pt>
    <dgm:pt modelId="{14047B4F-941A-44DC-92EB-18271BEA9B5B}" type="pres">
      <dgm:prSet presAssocID="{8834DEAF-9625-4A67-9522-F34E9AF0A071}" presName="compNode" presStyleCnt="0"/>
      <dgm:spPr/>
    </dgm:pt>
    <dgm:pt modelId="{ECCA0F52-451B-431F-A843-1312710D59C0}" type="pres">
      <dgm:prSet presAssocID="{8834DEAF-9625-4A67-9522-F34E9AF0A071}" presName="iconBgRect" presStyleLbl="bgShp" presStyleIdx="3" presStyleCnt="4"/>
      <dgm:spPr/>
    </dgm:pt>
    <dgm:pt modelId="{EF2C311B-4A07-4DAA-9BAE-CCE789E504A2}" type="pres">
      <dgm:prSet presAssocID="{8834DEAF-9625-4A67-9522-F34E9AF0A07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at"/>
        </a:ext>
      </dgm:extLst>
    </dgm:pt>
    <dgm:pt modelId="{1A853BCC-398E-4605-AE16-BD11585ADEE6}" type="pres">
      <dgm:prSet presAssocID="{8834DEAF-9625-4A67-9522-F34E9AF0A071}" presName="spaceRect" presStyleCnt="0"/>
      <dgm:spPr/>
    </dgm:pt>
    <dgm:pt modelId="{E5D8995E-210C-4F5E-9506-519838D65EEC}" type="pres">
      <dgm:prSet presAssocID="{8834DEAF-9625-4A67-9522-F34E9AF0A071}" presName="textRect" presStyleLbl="revTx" presStyleIdx="3" presStyleCnt="4">
        <dgm:presLayoutVars>
          <dgm:chMax val="1"/>
          <dgm:chPref val="1"/>
        </dgm:presLayoutVars>
      </dgm:prSet>
      <dgm:spPr/>
    </dgm:pt>
  </dgm:ptLst>
  <dgm:cxnLst>
    <dgm:cxn modelId="{C1687B1D-8574-4F3B-9961-8BA9A005BE32}" type="presOf" srcId="{5229536F-39A8-4292-BA6C-2ACDD487E9A2}" destId="{F2A2B71E-71C9-4276-944C-9CE62AFAC40B}" srcOrd="0" destOrd="0" presId="urn:microsoft.com/office/officeart/2018/2/layout/IconCircleList"/>
    <dgm:cxn modelId="{D5C0AF23-CC0B-4FE1-B906-3E00B6AFD3F7}" type="presOf" srcId="{8834DEAF-9625-4A67-9522-F34E9AF0A071}" destId="{E5D8995E-210C-4F5E-9506-519838D65EEC}" srcOrd="0" destOrd="0" presId="urn:microsoft.com/office/officeart/2018/2/layout/IconCircleList"/>
    <dgm:cxn modelId="{EF3ED324-FA39-4FDD-9F01-8478EE66E6CD}" type="presOf" srcId="{A6AACF5E-3A6F-41A3-96F1-C5E92AEBF7DF}" destId="{5F64B3FB-5E17-48DD-AB6E-978D44C798B6}" srcOrd="0" destOrd="0" presId="urn:microsoft.com/office/officeart/2018/2/layout/IconCircleList"/>
    <dgm:cxn modelId="{FB518828-6BCD-4E41-9F0D-C56069E72701}" type="presOf" srcId="{01435C56-E3D0-4CCF-AD3F-8D6AA0A4BF78}" destId="{5BCF23CB-8D9C-4235-8EC3-25D8D32F669A}" srcOrd="0" destOrd="0" presId="urn:microsoft.com/office/officeart/2018/2/layout/IconCircleList"/>
    <dgm:cxn modelId="{4BAC6F2C-0786-42E4-AF48-396223AD991C}" srcId="{A6AACF5E-3A6F-41A3-96F1-C5E92AEBF7DF}" destId="{D4A79B23-1FF6-4317-A40E-E7932524AF5E}" srcOrd="0" destOrd="0" parTransId="{981176FC-DE99-4FE3-BE41-A5884040619D}" sibTransId="{CB3D6D82-4979-43A1-99A3-D72FB2F8A683}"/>
    <dgm:cxn modelId="{81288869-4960-4B25-95EB-E3BA43724EA5}" type="presOf" srcId="{68D6E5C7-E375-4350-8EEB-85A1DB45DFC6}" destId="{C0459F17-16DF-4473-B7B5-F2649589D9FF}" srcOrd="0" destOrd="0" presId="urn:microsoft.com/office/officeart/2018/2/layout/IconCircleList"/>
    <dgm:cxn modelId="{4B90FF50-8C5E-4216-9540-FC3F98C5BD5C}" srcId="{A6AACF5E-3A6F-41A3-96F1-C5E92AEBF7DF}" destId="{68D6E5C7-E375-4350-8EEB-85A1DB45DFC6}" srcOrd="2" destOrd="0" parTransId="{6F6041D5-DFD0-42B1-AF68-DE44857B0C11}" sibTransId="{01435C56-E3D0-4CCF-AD3F-8D6AA0A4BF78}"/>
    <dgm:cxn modelId="{7049538B-063E-4A27-8D30-3DA67EAAEE11}" srcId="{A6AACF5E-3A6F-41A3-96F1-C5E92AEBF7DF}" destId="{8834DEAF-9625-4A67-9522-F34E9AF0A071}" srcOrd="3" destOrd="0" parTransId="{E4B97016-3DFF-489D-BC8A-46785C9A3D23}" sibTransId="{6CD2DCAD-A380-402D-8FAA-74B36ECF9531}"/>
    <dgm:cxn modelId="{7EC4C99A-1D7C-4A07-9621-6BB28D10853A}" srcId="{A6AACF5E-3A6F-41A3-96F1-C5E92AEBF7DF}" destId="{5229536F-39A8-4292-BA6C-2ACDD487E9A2}" srcOrd="1" destOrd="0" parTransId="{CFD4ED18-D9F5-4310-B8CA-BB4BE3E386EE}" sibTransId="{15D203E1-ED72-4A88-87CC-18CF7B348F49}"/>
    <dgm:cxn modelId="{47795BA0-49CA-49B5-B7D4-FAE4EEF8C340}" type="presOf" srcId="{15D203E1-ED72-4A88-87CC-18CF7B348F49}" destId="{B9A80B45-BC13-447B-974A-AE742DCDA0DE}" srcOrd="0" destOrd="0" presId="urn:microsoft.com/office/officeart/2018/2/layout/IconCircleList"/>
    <dgm:cxn modelId="{89F904FC-B03C-4498-B160-61EAAE6D4B62}" type="presOf" srcId="{D4A79B23-1FF6-4317-A40E-E7932524AF5E}" destId="{21147CE0-6925-4138-AF1A-9720D6692ED9}" srcOrd="0" destOrd="0" presId="urn:microsoft.com/office/officeart/2018/2/layout/IconCircleList"/>
    <dgm:cxn modelId="{611AF0FF-3971-4B2A-9854-236E2C7B760F}" type="presOf" srcId="{CB3D6D82-4979-43A1-99A3-D72FB2F8A683}" destId="{6521C9BF-43D5-4203-8167-9B68ABE55B5D}" srcOrd="0" destOrd="0" presId="urn:microsoft.com/office/officeart/2018/2/layout/IconCircleList"/>
    <dgm:cxn modelId="{03672939-29D6-4F48-B6A7-506CBBD1A2DD}" type="presParOf" srcId="{5F64B3FB-5E17-48DD-AB6E-978D44C798B6}" destId="{3FF87541-9E5D-4FAB-8891-BFF413F21B8D}" srcOrd="0" destOrd="0" presId="urn:microsoft.com/office/officeart/2018/2/layout/IconCircleList"/>
    <dgm:cxn modelId="{08D5F42B-B636-4244-8FB0-FB960BD1090B}" type="presParOf" srcId="{3FF87541-9E5D-4FAB-8891-BFF413F21B8D}" destId="{446163FC-50E6-43EC-8C48-FC024BEA17ED}" srcOrd="0" destOrd="0" presId="urn:microsoft.com/office/officeart/2018/2/layout/IconCircleList"/>
    <dgm:cxn modelId="{685BA6D0-1CE9-4656-B71B-BCED6B884947}" type="presParOf" srcId="{446163FC-50E6-43EC-8C48-FC024BEA17ED}" destId="{D319A5A7-F82E-46EC-88AD-0C3D985C40D7}" srcOrd="0" destOrd="0" presId="urn:microsoft.com/office/officeart/2018/2/layout/IconCircleList"/>
    <dgm:cxn modelId="{46063372-62DB-497E-8515-8133162B4412}" type="presParOf" srcId="{446163FC-50E6-43EC-8C48-FC024BEA17ED}" destId="{6698CDE9-2632-4B74-AB6D-2B4626B2B129}" srcOrd="1" destOrd="0" presId="urn:microsoft.com/office/officeart/2018/2/layout/IconCircleList"/>
    <dgm:cxn modelId="{368B1FD8-6673-4D17-9077-9562EAB70443}" type="presParOf" srcId="{446163FC-50E6-43EC-8C48-FC024BEA17ED}" destId="{9E553D62-C372-4FE3-A52B-40D2E530E898}" srcOrd="2" destOrd="0" presId="urn:microsoft.com/office/officeart/2018/2/layout/IconCircleList"/>
    <dgm:cxn modelId="{3AECA48F-AB8B-4650-B079-E579EDDFE98F}" type="presParOf" srcId="{446163FC-50E6-43EC-8C48-FC024BEA17ED}" destId="{21147CE0-6925-4138-AF1A-9720D6692ED9}" srcOrd="3" destOrd="0" presId="urn:microsoft.com/office/officeart/2018/2/layout/IconCircleList"/>
    <dgm:cxn modelId="{F725548A-46D9-4CB3-9232-DA33BE9FFB43}" type="presParOf" srcId="{3FF87541-9E5D-4FAB-8891-BFF413F21B8D}" destId="{6521C9BF-43D5-4203-8167-9B68ABE55B5D}" srcOrd="1" destOrd="0" presId="urn:microsoft.com/office/officeart/2018/2/layout/IconCircleList"/>
    <dgm:cxn modelId="{8C2576BF-B649-489A-B8C7-4880D836DA19}" type="presParOf" srcId="{3FF87541-9E5D-4FAB-8891-BFF413F21B8D}" destId="{B0938DD3-5655-4889-840B-C60D81D9BFB8}" srcOrd="2" destOrd="0" presId="urn:microsoft.com/office/officeart/2018/2/layout/IconCircleList"/>
    <dgm:cxn modelId="{0AE400AF-D042-4FA1-8D9A-13947FFE41A1}" type="presParOf" srcId="{B0938DD3-5655-4889-840B-C60D81D9BFB8}" destId="{4CB5B5FC-0C77-4227-882A-4C41625470DB}" srcOrd="0" destOrd="0" presId="urn:microsoft.com/office/officeart/2018/2/layout/IconCircleList"/>
    <dgm:cxn modelId="{6500F858-0FDC-42AE-8B1C-E28B04E766A6}" type="presParOf" srcId="{B0938DD3-5655-4889-840B-C60D81D9BFB8}" destId="{F90D73E2-F91E-4EAB-AC08-C4840F7223A1}" srcOrd="1" destOrd="0" presId="urn:microsoft.com/office/officeart/2018/2/layout/IconCircleList"/>
    <dgm:cxn modelId="{349CCB60-7A4C-4A92-ABD7-622407EC24DD}" type="presParOf" srcId="{B0938DD3-5655-4889-840B-C60D81D9BFB8}" destId="{F48F1AE5-38BA-4489-A4A8-6C93DDF4A757}" srcOrd="2" destOrd="0" presId="urn:microsoft.com/office/officeart/2018/2/layout/IconCircleList"/>
    <dgm:cxn modelId="{76375B62-D44C-4B66-9399-1C3B54D0CD55}" type="presParOf" srcId="{B0938DD3-5655-4889-840B-C60D81D9BFB8}" destId="{F2A2B71E-71C9-4276-944C-9CE62AFAC40B}" srcOrd="3" destOrd="0" presId="urn:microsoft.com/office/officeart/2018/2/layout/IconCircleList"/>
    <dgm:cxn modelId="{7CD727CE-D098-4890-8D90-5F584188F38B}" type="presParOf" srcId="{3FF87541-9E5D-4FAB-8891-BFF413F21B8D}" destId="{B9A80B45-BC13-447B-974A-AE742DCDA0DE}" srcOrd="3" destOrd="0" presId="urn:microsoft.com/office/officeart/2018/2/layout/IconCircleList"/>
    <dgm:cxn modelId="{596B347C-BB8E-407F-8B63-5BF543BA272D}" type="presParOf" srcId="{3FF87541-9E5D-4FAB-8891-BFF413F21B8D}" destId="{2973E4EC-2915-41AB-A68A-C71FE03B8927}" srcOrd="4" destOrd="0" presId="urn:microsoft.com/office/officeart/2018/2/layout/IconCircleList"/>
    <dgm:cxn modelId="{1BEB2AB9-C982-4A76-801D-B09D9C0A74BE}" type="presParOf" srcId="{2973E4EC-2915-41AB-A68A-C71FE03B8927}" destId="{C64A0E73-2D36-4C11-AC4B-B9CA4101F4F1}" srcOrd="0" destOrd="0" presId="urn:microsoft.com/office/officeart/2018/2/layout/IconCircleList"/>
    <dgm:cxn modelId="{B4ACAA74-0126-40C7-A814-6F2C2EF50D7D}" type="presParOf" srcId="{2973E4EC-2915-41AB-A68A-C71FE03B8927}" destId="{7B2B53E4-E157-4B39-B339-58023BF81135}" srcOrd="1" destOrd="0" presId="urn:microsoft.com/office/officeart/2018/2/layout/IconCircleList"/>
    <dgm:cxn modelId="{3CE1411D-88B6-46B0-8C76-571E4F675735}" type="presParOf" srcId="{2973E4EC-2915-41AB-A68A-C71FE03B8927}" destId="{9BF4FE9B-FA40-4674-B4D2-B7B8C7ACE5AD}" srcOrd="2" destOrd="0" presId="urn:microsoft.com/office/officeart/2018/2/layout/IconCircleList"/>
    <dgm:cxn modelId="{386D2D8A-DC04-4E34-8416-CE026830C54E}" type="presParOf" srcId="{2973E4EC-2915-41AB-A68A-C71FE03B8927}" destId="{C0459F17-16DF-4473-B7B5-F2649589D9FF}" srcOrd="3" destOrd="0" presId="urn:microsoft.com/office/officeart/2018/2/layout/IconCircleList"/>
    <dgm:cxn modelId="{3201B8AF-BD4A-400C-A13D-F20B6AE09DEA}" type="presParOf" srcId="{3FF87541-9E5D-4FAB-8891-BFF413F21B8D}" destId="{5BCF23CB-8D9C-4235-8EC3-25D8D32F669A}" srcOrd="5" destOrd="0" presId="urn:microsoft.com/office/officeart/2018/2/layout/IconCircleList"/>
    <dgm:cxn modelId="{6189947B-BCDA-4BAC-BA94-433372D2AF24}" type="presParOf" srcId="{3FF87541-9E5D-4FAB-8891-BFF413F21B8D}" destId="{14047B4F-941A-44DC-92EB-18271BEA9B5B}" srcOrd="6" destOrd="0" presId="urn:microsoft.com/office/officeart/2018/2/layout/IconCircleList"/>
    <dgm:cxn modelId="{D144385D-1E60-4595-9668-60C8A43E462A}" type="presParOf" srcId="{14047B4F-941A-44DC-92EB-18271BEA9B5B}" destId="{ECCA0F52-451B-431F-A843-1312710D59C0}" srcOrd="0" destOrd="0" presId="urn:microsoft.com/office/officeart/2018/2/layout/IconCircleList"/>
    <dgm:cxn modelId="{FFCCAB6B-F70F-46E3-B803-468E3A6838A0}" type="presParOf" srcId="{14047B4F-941A-44DC-92EB-18271BEA9B5B}" destId="{EF2C311B-4A07-4DAA-9BAE-CCE789E504A2}" srcOrd="1" destOrd="0" presId="urn:microsoft.com/office/officeart/2018/2/layout/IconCircleList"/>
    <dgm:cxn modelId="{0A9234A4-983D-4D41-B48D-2517949E2243}" type="presParOf" srcId="{14047B4F-941A-44DC-92EB-18271BEA9B5B}" destId="{1A853BCC-398E-4605-AE16-BD11585ADEE6}" srcOrd="2" destOrd="0" presId="urn:microsoft.com/office/officeart/2018/2/layout/IconCircleList"/>
    <dgm:cxn modelId="{488CF2A4-7ADC-4725-9C88-2B3FF4F07AF0}" type="presParOf" srcId="{14047B4F-941A-44DC-92EB-18271BEA9B5B}" destId="{E5D8995E-210C-4F5E-9506-519838D65EE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264A76-CA92-400C-9AAA-64D85ECD49F2}"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7C356E6C-13E4-498D-AAF1-22C201EF765C}">
      <dgm:prSet/>
      <dgm:spPr/>
      <dgm:t>
        <a:bodyPr/>
        <a:lstStyle/>
        <a:p>
          <a:r>
            <a:rPr lang="en-IN"/>
            <a:t>Copy right registration</a:t>
          </a:r>
          <a:endParaRPr lang="en-US"/>
        </a:p>
      </dgm:t>
    </dgm:pt>
    <dgm:pt modelId="{EC759646-CC39-486B-9DD1-6B5F262F82E6}" type="parTrans" cxnId="{9D4C80E5-5F73-4FC7-A6C7-02CFDBE02442}">
      <dgm:prSet/>
      <dgm:spPr/>
      <dgm:t>
        <a:bodyPr/>
        <a:lstStyle/>
        <a:p>
          <a:endParaRPr lang="en-US"/>
        </a:p>
      </dgm:t>
    </dgm:pt>
    <dgm:pt modelId="{D258FDB7-A278-4A80-937D-B0C0279B3EFC}" type="sibTrans" cxnId="{9D4C80E5-5F73-4FC7-A6C7-02CFDBE02442}">
      <dgm:prSet/>
      <dgm:spPr/>
      <dgm:t>
        <a:bodyPr/>
        <a:lstStyle/>
        <a:p>
          <a:endParaRPr lang="en-US"/>
        </a:p>
      </dgm:t>
    </dgm:pt>
    <dgm:pt modelId="{06CF43B5-A65E-484B-BEF2-4820F523E337}">
      <dgm:prSet/>
      <dgm:spPr/>
      <dgm:t>
        <a:bodyPr/>
        <a:lstStyle/>
        <a:p>
          <a:r>
            <a:rPr lang="en-US" b="0" i="0" dirty="0"/>
            <a:t>Chrome Extension</a:t>
          </a:r>
          <a:endParaRPr lang="en-US" dirty="0"/>
        </a:p>
      </dgm:t>
    </dgm:pt>
    <dgm:pt modelId="{905E46C0-1ABB-4282-96B6-1C33B85AF932}" type="parTrans" cxnId="{355BD08B-BB37-4CFE-9856-34E284B28EB8}">
      <dgm:prSet/>
      <dgm:spPr/>
      <dgm:t>
        <a:bodyPr/>
        <a:lstStyle/>
        <a:p>
          <a:endParaRPr lang="en-US"/>
        </a:p>
      </dgm:t>
    </dgm:pt>
    <dgm:pt modelId="{BF396CF7-1CAA-48E4-975A-7FBD47E77FC7}" type="sibTrans" cxnId="{355BD08B-BB37-4CFE-9856-34E284B28EB8}">
      <dgm:prSet/>
      <dgm:spPr/>
      <dgm:t>
        <a:bodyPr/>
        <a:lstStyle/>
        <a:p>
          <a:endParaRPr lang="en-US"/>
        </a:p>
      </dgm:t>
    </dgm:pt>
    <dgm:pt modelId="{CA841E7B-4B4E-4805-95B9-F872B3DFBE25}">
      <dgm:prSet/>
      <dgm:spPr/>
      <dgm:t>
        <a:bodyPr/>
        <a:lstStyle/>
        <a:p>
          <a:r>
            <a:rPr lang="en-US" b="0" i="0" dirty="0"/>
            <a:t>Platform for management of researched content</a:t>
          </a:r>
          <a:endParaRPr lang="en-US" dirty="0"/>
        </a:p>
      </dgm:t>
    </dgm:pt>
    <dgm:pt modelId="{2605706D-6A56-4D29-B028-601815036CF7}" type="parTrans" cxnId="{9BDA647F-1144-4664-8CA1-E1A6F99D31F2}">
      <dgm:prSet/>
      <dgm:spPr/>
      <dgm:t>
        <a:bodyPr/>
        <a:lstStyle/>
        <a:p>
          <a:endParaRPr lang="en-US"/>
        </a:p>
      </dgm:t>
    </dgm:pt>
    <dgm:pt modelId="{423583CE-9B6D-463D-B1A3-C4BAEC7FC380}" type="sibTrans" cxnId="{9BDA647F-1144-4664-8CA1-E1A6F99D31F2}">
      <dgm:prSet/>
      <dgm:spPr/>
      <dgm:t>
        <a:bodyPr/>
        <a:lstStyle/>
        <a:p>
          <a:endParaRPr lang="en-US"/>
        </a:p>
      </dgm:t>
    </dgm:pt>
    <dgm:pt modelId="{E50F1314-70F3-4C4F-9686-F5B7B9798D77}" type="pres">
      <dgm:prSet presAssocID="{4B264A76-CA92-400C-9AAA-64D85ECD49F2}" presName="hierChild1" presStyleCnt="0">
        <dgm:presLayoutVars>
          <dgm:chPref val="1"/>
          <dgm:dir/>
          <dgm:animOne val="branch"/>
          <dgm:animLvl val="lvl"/>
          <dgm:resizeHandles/>
        </dgm:presLayoutVars>
      </dgm:prSet>
      <dgm:spPr/>
    </dgm:pt>
    <dgm:pt modelId="{482529D1-D876-4396-BA70-1054E46C1B08}" type="pres">
      <dgm:prSet presAssocID="{7C356E6C-13E4-498D-AAF1-22C201EF765C}" presName="hierRoot1" presStyleCnt="0"/>
      <dgm:spPr/>
    </dgm:pt>
    <dgm:pt modelId="{5497F742-6EB6-4662-ACC7-1326566DC2BD}" type="pres">
      <dgm:prSet presAssocID="{7C356E6C-13E4-498D-AAF1-22C201EF765C}" presName="composite" presStyleCnt="0"/>
      <dgm:spPr/>
    </dgm:pt>
    <dgm:pt modelId="{B5E5BE66-03A5-415C-8790-F746F4FBF778}" type="pres">
      <dgm:prSet presAssocID="{7C356E6C-13E4-498D-AAF1-22C201EF765C}" presName="background" presStyleLbl="node0" presStyleIdx="0" presStyleCnt="3"/>
      <dgm:spPr/>
    </dgm:pt>
    <dgm:pt modelId="{29418F08-521F-4B24-A412-18D732B14229}" type="pres">
      <dgm:prSet presAssocID="{7C356E6C-13E4-498D-AAF1-22C201EF765C}" presName="text" presStyleLbl="fgAcc0" presStyleIdx="0" presStyleCnt="3">
        <dgm:presLayoutVars>
          <dgm:chPref val="3"/>
        </dgm:presLayoutVars>
      </dgm:prSet>
      <dgm:spPr/>
    </dgm:pt>
    <dgm:pt modelId="{6DAAB421-2731-46C3-B1AC-B0F56F4C0F23}" type="pres">
      <dgm:prSet presAssocID="{7C356E6C-13E4-498D-AAF1-22C201EF765C}" presName="hierChild2" presStyleCnt="0"/>
      <dgm:spPr/>
    </dgm:pt>
    <dgm:pt modelId="{957F7866-1B2C-4386-B409-EF4A2377C096}" type="pres">
      <dgm:prSet presAssocID="{06CF43B5-A65E-484B-BEF2-4820F523E337}" presName="hierRoot1" presStyleCnt="0"/>
      <dgm:spPr/>
    </dgm:pt>
    <dgm:pt modelId="{FAF13A25-7DE3-4D33-A41A-1F108DD49A3D}" type="pres">
      <dgm:prSet presAssocID="{06CF43B5-A65E-484B-BEF2-4820F523E337}" presName="composite" presStyleCnt="0"/>
      <dgm:spPr/>
    </dgm:pt>
    <dgm:pt modelId="{460A69C1-F8F1-4AB9-86B8-509F2ACA6F31}" type="pres">
      <dgm:prSet presAssocID="{06CF43B5-A65E-484B-BEF2-4820F523E337}" presName="background" presStyleLbl="node0" presStyleIdx="1" presStyleCnt="3"/>
      <dgm:spPr/>
    </dgm:pt>
    <dgm:pt modelId="{C0FF49A6-1156-4F23-B37A-FD916407B85B}" type="pres">
      <dgm:prSet presAssocID="{06CF43B5-A65E-484B-BEF2-4820F523E337}" presName="text" presStyleLbl="fgAcc0" presStyleIdx="1" presStyleCnt="3">
        <dgm:presLayoutVars>
          <dgm:chPref val="3"/>
        </dgm:presLayoutVars>
      </dgm:prSet>
      <dgm:spPr/>
    </dgm:pt>
    <dgm:pt modelId="{FA0668B2-B306-4D2F-9BD1-04A00E6FB115}" type="pres">
      <dgm:prSet presAssocID="{06CF43B5-A65E-484B-BEF2-4820F523E337}" presName="hierChild2" presStyleCnt="0"/>
      <dgm:spPr/>
    </dgm:pt>
    <dgm:pt modelId="{B907609E-8CF5-49FC-A831-F33576AEDE1C}" type="pres">
      <dgm:prSet presAssocID="{CA841E7B-4B4E-4805-95B9-F872B3DFBE25}" presName="hierRoot1" presStyleCnt="0"/>
      <dgm:spPr/>
    </dgm:pt>
    <dgm:pt modelId="{40F94B0F-1F93-4CBE-B6D0-40BAB723CEA1}" type="pres">
      <dgm:prSet presAssocID="{CA841E7B-4B4E-4805-95B9-F872B3DFBE25}" presName="composite" presStyleCnt="0"/>
      <dgm:spPr/>
    </dgm:pt>
    <dgm:pt modelId="{21DDC610-3C0E-44D9-A35B-3E65D447A911}" type="pres">
      <dgm:prSet presAssocID="{CA841E7B-4B4E-4805-95B9-F872B3DFBE25}" presName="background" presStyleLbl="node0" presStyleIdx="2" presStyleCnt="3"/>
      <dgm:spPr/>
    </dgm:pt>
    <dgm:pt modelId="{5F3FD074-B401-40CB-9624-A51C6A2329B2}" type="pres">
      <dgm:prSet presAssocID="{CA841E7B-4B4E-4805-95B9-F872B3DFBE25}" presName="text" presStyleLbl="fgAcc0" presStyleIdx="2" presStyleCnt="3">
        <dgm:presLayoutVars>
          <dgm:chPref val="3"/>
        </dgm:presLayoutVars>
      </dgm:prSet>
      <dgm:spPr/>
    </dgm:pt>
    <dgm:pt modelId="{01EC633A-581A-4275-9D9D-126F3C56E21F}" type="pres">
      <dgm:prSet presAssocID="{CA841E7B-4B4E-4805-95B9-F872B3DFBE25}" presName="hierChild2" presStyleCnt="0"/>
      <dgm:spPr/>
    </dgm:pt>
  </dgm:ptLst>
  <dgm:cxnLst>
    <dgm:cxn modelId="{69B2C82A-E16C-4521-BFBF-7B234F396B2F}" type="presOf" srcId="{4B264A76-CA92-400C-9AAA-64D85ECD49F2}" destId="{E50F1314-70F3-4C4F-9686-F5B7B9798D77}" srcOrd="0" destOrd="0" presId="urn:microsoft.com/office/officeart/2005/8/layout/hierarchy1"/>
    <dgm:cxn modelId="{D7E85733-6693-45B0-9350-A91F01F0B4BD}" type="presOf" srcId="{CA841E7B-4B4E-4805-95B9-F872B3DFBE25}" destId="{5F3FD074-B401-40CB-9624-A51C6A2329B2}" srcOrd="0" destOrd="0" presId="urn:microsoft.com/office/officeart/2005/8/layout/hierarchy1"/>
    <dgm:cxn modelId="{9BDA647F-1144-4664-8CA1-E1A6F99D31F2}" srcId="{4B264A76-CA92-400C-9AAA-64D85ECD49F2}" destId="{CA841E7B-4B4E-4805-95B9-F872B3DFBE25}" srcOrd="2" destOrd="0" parTransId="{2605706D-6A56-4D29-B028-601815036CF7}" sibTransId="{423583CE-9B6D-463D-B1A3-C4BAEC7FC380}"/>
    <dgm:cxn modelId="{355BD08B-BB37-4CFE-9856-34E284B28EB8}" srcId="{4B264A76-CA92-400C-9AAA-64D85ECD49F2}" destId="{06CF43B5-A65E-484B-BEF2-4820F523E337}" srcOrd="1" destOrd="0" parTransId="{905E46C0-1ABB-4282-96B6-1C33B85AF932}" sibTransId="{BF396CF7-1CAA-48E4-975A-7FBD47E77FC7}"/>
    <dgm:cxn modelId="{70FD67A7-B9E5-4495-A717-B4AB93D30F22}" type="presOf" srcId="{06CF43B5-A65E-484B-BEF2-4820F523E337}" destId="{C0FF49A6-1156-4F23-B37A-FD916407B85B}" srcOrd="0" destOrd="0" presId="urn:microsoft.com/office/officeart/2005/8/layout/hierarchy1"/>
    <dgm:cxn modelId="{6E685DBE-EAC7-43DA-9190-A3DE8BF20D3E}" type="presOf" srcId="{7C356E6C-13E4-498D-AAF1-22C201EF765C}" destId="{29418F08-521F-4B24-A412-18D732B14229}" srcOrd="0" destOrd="0" presId="urn:microsoft.com/office/officeart/2005/8/layout/hierarchy1"/>
    <dgm:cxn modelId="{9D4C80E5-5F73-4FC7-A6C7-02CFDBE02442}" srcId="{4B264A76-CA92-400C-9AAA-64D85ECD49F2}" destId="{7C356E6C-13E4-498D-AAF1-22C201EF765C}" srcOrd="0" destOrd="0" parTransId="{EC759646-CC39-486B-9DD1-6B5F262F82E6}" sibTransId="{D258FDB7-A278-4A80-937D-B0C0279B3EFC}"/>
    <dgm:cxn modelId="{9CD0A4DF-C53B-4BF7-ACAF-5CAB8CDBA183}" type="presParOf" srcId="{E50F1314-70F3-4C4F-9686-F5B7B9798D77}" destId="{482529D1-D876-4396-BA70-1054E46C1B08}" srcOrd="0" destOrd="0" presId="urn:microsoft.com/office/officeart/2005/8/layout/hierarchy1"/>
    <dgm:cxn modelId="{5F2AE80D-D3D5-4C2B-800E-55C0316E3F20}" type="presParOf" srcId="{482529D1-D876-4396-BA70-1054E46C1B08}" destId="{5497F742-6EB6-4662-ACC7-1326566DC2BD}" srcOrd="0" destOrd="0" presId="urn:microsoft.com/office/officeart/2005/8/layout/hierarchy1"/>
    <dgm:cxn modelId="{394DC340-2BF5-4742-A5C3-2A31C58A8CE8}" type="presParOf" srcId="{5497F742-6EB6-4662-ACC7-1326566DC2BD}" destId="{B5E5BE66-03A5-415C-8790-F746F4FBF778}" srcOrd="0" destOrd="0" presId="urn:microsoft.com/office/officeart/2005/8/layout/hierarchy1"/>
    <dgm:cxn modelId="{311E338B-8E8F-4A56-AF94-18AFD151275A}" type="presParOf" srcId="{5497F742-6EB6-4662-ACC7-1326566DC2BD}" destId="{29418F08-521F-4B24-A412-18D732B14229}" srcOrd="1" destOrd="0" presId="urn:microsoft.com/office/officeart/2005/8/layout/hierarchy1"/>
    <dgm:cxn modelId="{16626514-DEE2-44FF-BDC7-6FD1811906E6}" type="presParOf" srcId="{482529D1-D876-4396-BA70-1054E46C1B08}" destId="{6DAAB421-2731-46C3-B1AC-B0F56F4C0F23}" srcOrd="1" destOrd="0" presId="urn:microsoft.com/office/officeart/2005/8/layout/hierarchy1"/>
    <dgm:cxn modelId="{DF25FFC2-5DFF-442D-9E4C-89BA1DAAB37C}" type="presParOf" srcId="{E50F1314-70F3-4C4F-9686-F5B7B9798D77}" destId="{957F7866-1B2C-4386-B409-EF4A2377C096}" srcOrd="1" destOrd="0" presId="urn:microsoft.com/office/officeart/2005/8/layout/hierarchy1"/>
    <dgm:cxn modelId="{21786E74-8A41-4B50-AF9C-6BC62FB597E7}" type="presParOf" srcId="{957F7866-1B2C-4386-B409-EF4A2377C096}" destId="{FAF13A25-7DE3-4D33-A41A-1F108DD49A3D}" srcOrd="0" destOrd="0" presId="urn:microsoft.com/office/officeart/2005/8/layout/hierarchy1"/>
    <dgm:cxn modelId="{A51DCC9E-C001-4AEE-B40C-07F828DC12D3}" type="presParOf" srcId="{FAF13A25-7DE3-4D33-A41A-1F108DD49A3D}" destId="{460A69C1-F8F1-4AB9-86B8-509F2ACA6F31}" srcOrd="0" destOrd="0" presId="urn:microsoft.com/office/officeart/2005/8/layout/hierarchy1"/>
    <dgm:cxn modelId="{762A5294-C3A5-472A-A080-C48553A7A317}" type="presParOf" srcId="{FAF13A25-7DE3-4D33-A41A-1F108DD49A3D}" destId="{C0FF49A6-1156-4F23-B37A-FD916407B85B}" srcOrd="1" destOrd="0" presId="urn:microsoft.com/office/officeart/2005/8/layout/hierarchy1"/>
    <dgm:cxn modelId="{C40C556F-51DC-44E2-950E-1D51B351CE72}" type="presParOf" srcId="{957F7866-1B2C-4386-B409-EF4A2377C096}" destId="{FA0668B2-B306-4D2F-9BD1-04A00E6FB115}" srcOrd="1" destOrd="0" presId="urn:microsoft.com/office/officeart/2005/8/layout/hierarchy1"/>
    <dgm:cxn modelId="{0713F86F-D7B3-4A93-AEF0-D792A51E792D}" type="presParOf" srcId="{E50F1314-70F3-4C4F-9686-F5B7B9798D77}" destId="{B907609E-8CF5-49FC-A831-F33576AEDE1C}" srcOrd="2" destOrd="0" presId="urn:microsoft.com/office/officeart/2005/8/layout/hierarchy1"/>
    <dgm:cxn modelId="{770C5F7A-7BE4-47E7-8E86-3C4034F07E31}" type="presParOf" srcId="{B907609E-8CF5-49FC-A831-F33576AEDE1C}" destId="{40F94B0F-1F93-4CBE-B6D0-40BAB723CEA1}" srcOrd="0" destOrd="0" presId="urn:microsoft.com/office/officeart/2005/8/layout/hierarchy1"/>
    <dgm:cxn modelId="{3AB2603A-A084-472A-99BA-78C121548A51}" type="presParOf" srcId="{40F94B0F-1F93-4CBE-B6D0-40BAB723CEA1}" destId="{21DDC610-3C0E-44D9-A35B-3E65D447A911}" srcOrd="0" destOrd="0" presId="urn:microsoft.com/office/officeart/2005/8/layout/hierarchy1"/>
    <dgm:cxn modelId="{B6C8162F-2BD3-4D83-98D9-31A355041481}" type="presParOf" srcId="{40F94B0F-1F93-4CBE-B6D0-40BAB723CEA1}" destId="{5F3FD074-B401-40CB-9624-A51C6A2329B2}" srcOrd="1" destOrd="0" presId="urn:microsoft.com/office/officeart/2005/8/layout/hierarchy1"/>
    <dgm:cxn modelId="{6A89FF5E-33A4-4CA6-9687-CA233F60CB19}" type="presParOf" srcId="{B907609E-8CF5-49FC-A831-F33576AEDE1C}" destId="{01EC633A-581A-4275-9D9D-126F3C56E21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FF3A15-BFB0-43EF-9BC1-07A099159AF4}">
      <dsp:nvSpPr>
        <dsp:cNvPr id="0" name=""/>
        <dsp:cNvSpPr/>
      </dsp:nvSpPr>
      <dsp:spPr>
        <a:xfrm>
          <a:off x="582645" y="1178"/>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Problem Statement</a:t>
          </a:r>
        </a:p>
      </dsp:txBody>
      <dsp:txXfrm>
        <a:off x="582645" y="1178"/>
        <a:ext cx="2174490" cy="1304694"/>
      </dsp:txXfrm>
    </dsp:sp>
    <dsp:sp modelId="{197044AE-1A12-417F-A708-AC52BD879928}">
      <dsp:nvSpPr>
        <dsp:cNvPr id="0" name=""/>
        <dsp:cNvSpPr/>
      </dsp:nvSpPr>
      <dsp:spPr>
        <a:xfrm>
          <a:off x="2974584" y="1178"/>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Background and Introduction</a:t>
          </a:r>
        </a:p>
      </dsp:txBody>
      <dsp:txXfrm>
        <a:off x="2974584" y="1178"/>
        <a:ext cx="2174490" cy="1304694"/>
      </dsp:txXfrm>
    </dsp:sp>
    <dsp:sp modelId="{B45211F5-EE10-4E23-90A7-F675DAB2E0BF}">
      <dsp:nvSpPr>
        <dsp:cNvPr id="0" name=""/>
        <dsp:cNvSpPr/>
      </dsp:nvSpPr>
      <dsp:spPr>
        <a:xfrm>
          <a:off x="5366524" y="1178"/>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Literature Review</a:t>
          </a:r>
        </a:p>
      </dsp:txBody>
      <dsp:txXfrm>
        <a:off x="5366524" y="1178"/>
        <a:ext cx="2174490" cy="1304694"/>
      </dsp:txXfrm>
    </dsp:sp>
    <dsp:sp modelId="{7CF47ECE-5605-4D81-B03D-539B7845A585}">
      <dsp:nvSpPr>
        <dsp:cNvPr id="0" name=""/>
        <dsp:cNvSpPr/>
      </dsp:nvSpPr>
      <dsp:spPr>
        <a:xfrm>
          <a:off x="7758464" y="1178"/>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Use Case</a:t>
          </a:r>
        </a:p>
      </dsp:txBody>
      <dsp:txXfrm>
        <a:off x="7758464" y="1178"/>
        <a:ext cx="2174490" cy="1304694"/>
      </dsp:txXfrm>
    </dsp:sp>
    <dsp:sp modelId="{F14885FA-3D96-4FB0-A991-E4A263252B9E}">
      <dsp:nvSpPr>
        <dsp:cNvPr id="0" name=""/>
        <dsp:cNvSpPr/>
      </dsp:nvSpPr>
      <dsp:spPr>
        <a:xfrm>
          <a:off x="582645" y="1523321"/>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Architecture Diagram</a:t>
          </a:r>
        </a:p>
      </dsp:txBody>
      <dsp:txXfrm>
        <a:off x="582645" y="1523321"/>
        <a:ext cx="2174490" cy="1304694"/>
      </dsp:txXfrm>
    </dsp:sp>
    <dsp:sp modelId="{477E64CF-2955-4540-90D9-1985726CB968}">
      <dsp:nvSpPr>
        <dsp:cNvPr id="0" name=""/>
        <dsp:cNvSpPr/>
      </dsp:nvSpPr>
      <dsp:spPr>
        <a:xfrm>
          <a:off x="2974584" y="1523321"/>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Methodology</a:t>
          </a:r>
        </a:p>
      </dsp:txBody>
      <dsp:txXfrm>
        <a:off x="2974584" y="1523321"/>
        <a:ext cx="2174490" cy="1304694"/>
      </dsp:txXfrm>
    </dsp:sp>
    <dsp:sp modelId="{75BF7C8D-0DC0-4A34-98F5-65A0A0F6D197}">
      <dsp:nvSpPr>
        <dsp:cNvPr id="0" name=""/>
        <dsp:cNvSpPr/>
      </dsp:nvSpPr>
      <dsp:spPr>
        <a:xfrm>
          <a:off x="5366524" y="1523321"/>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Preliminary Results</a:t>
          </a:r>
        </a:p>
      </dsp:txBody>
      <dsp:txXfrm>
        <a:off x="5366524" y="1523321"/>
        <a:ext cx="2174490" cy="1304694"/>
      </dsp:txXfrm>
    </dsp:sp>
    <dsp:sp modelId="{5251D610-335F-45FD-9CB7-5E4A4E154576}">
      <dsp:nvSpPr>
        <dsp:cNvPr id="0" name=""/>
        <dsp:cNvSpPr/>
      </dsp:nvSpPr>
      <dsp:spPr>
        <a:xfrm>
          <a:off x="7758464" y="1523321"/>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Expected Outcomes</a:t>
          </a:r>
        </a:p>
      </dsp:txBody>
      <dsp:txXfrm>
        <a:off x="7758464" y="1523321"/>
        <a:ext cx="2174490" cy="1304694"/>
      </dsp:txXfrm>
    </dsp:sp>
    <dsp:sp modelId="{0D50A936-E051-49BC-980D-0C119A8E1A68}">
      <dsp:nvSpPr>
        <dsp:cNvPr id="0" name=""/>
        <dsp:cNvSpPr/>
      </dsp:nvSpPr>
      <dsp:spPr>
        <a:xfrm>
          <a:off x="2974584" y="3045465"/>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TimeLine </a:t>
          </a:r>
        </a:p>
      </dsp:txBody>
      <dsp:txXfrm>
        <a:off x="2974584" y="3045465"/>
        <a:ext cx="2174490" cy="1304694"/>
      </dsp:txXfrm>
    </dsp:sp>
    <dsp:sp modelId="{7A3031F1-592A-47A8-8E98-D783FA610087}">
      <dsp:nvSpPr>
        <dsp:cNvPr id="0" name=""/>
        <dsp:cNvSpPr/>
      </dsp:nvSpPr>
      <dsp:spPr>
        <a:xfrm>
          <a:off x="5366524" y="3045465"/>
          <a:ext cx="2174490" cy="1304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References</a:t>
          </a:r>
        </a:p>
      </dsp:txBody>
      <dsp:txXfrm>
        <a:off x="5366524" y="3045465"/>
        <a:ext cx="2174490" cy="1304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19A5A7-F82E-46EC-88AD-0C3D985C40D7}">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98CDE9-2632-4B74-AB6D-2B4626B2B129}">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147CE0-6925-4138-AF1A-9720D6692ED9}">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0" i="0" kern="1200"/>
            <a:t>Help users to gather and summarize information automatically from visited websites.</a:t>
          </a:r>
          <a:endParaRPr lang="en-US" sz="2100" kern="1200"/>
        </a:p>
      </dsp:txBody>
      <dsp:txXfrm>
        <a:off x="1834517" y="469890"/>
        <a:ext cx="3148942" cy="1335915"/>
      </dsp:txXfrm>
    </dsp:sp>
    <dsp:sp modelId="{4CB5B5FC-0C77-4227-882A-4C41625470DB}">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0D73E2-F91E-4EAB-AC08-C4840F7223A1}">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A2B71E-71C9-4276-944C-9CE62AFAC40B}">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0" i="0" kern="1200" dirty="0"/>
            <a:t>Extract text from Images using OCR and combine with other information.</a:t>
          </a:r>
          <a:endParaRPr lang="en-US" sz="2100" kern="1200" dirty="0"/>
        </a:p>
      </dsp:txBody>
      <dsp:txXfrm>
        <a:off x="7154322" y="469890"/>
        <a:ext cx="3148942" cy="1335915"/>
      </dsp:txXfrm>
    </dsp:sp>
    <dsp:sp modelId="{C64A0E73-2D36-4C11-AC4B-B9CA4101F4F1}">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2B53E4-E157-4B39-B339-58023BF81135}">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459F17-16DF-4473-B7B5-F2649589D9FF}">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0" i="0" kern="1200"/>
            <a:t>Minimal time to Research and site suggestions.</a:t>
          </a:r>
          <a:endParaRPr lang="en-US" sz="2100" kern="1200"/>
        </a:p>
      </dsp:txBody>
      <dsp:txXfrm>
        <a:off x="1834517" y="2545532"/>
        <a:ext cx="3148942" cy="1335915"/>
      </dsp:txXfrm>
    </dsp:sp>
    <dsp:sp modelId="{ECCA0F52-451B-431F-A843-1312710D59C0}">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2C311B-4A07-4DAA-9BAE-CCE789E504A2}">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D8995E-210C-4F5E-9506-519838D65EEC}">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0" i="0" kern="1200"/>
            <a:t>Overcome Challenges: Redundancy, Multilingual text</a:t>
          </a:r>
          <a:endParaRPr lang="en-US" sz="2100" kern="1200"/>
        </a:p>
      </dsp:txBody>
      <dsp:txXfrm>
        <a:off x="7154322" y="2545532"/>
        <a:ext cx="3148942" cy="13359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5BE66-03A5-415C-8790-F746F4FBF778}">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418F08-521F-4B24-A412-18D732B14229}">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N" sz="2700" kern="1200"/>
            <a:t>Copy right registration</a:t>
          </a:r>
          <a:endParaRPr lang="en-US" sz="2700" kern="1200"/>
        </a:p>
      </dsp:txBody>
      <dsp:txXfrm>
        <a:off x="378614" y="886531"/>
        <a:ext cx="2810360" cy="1744948"/>
      </dsp:txXfrm>
    </dsp:sp>
    <dsp:sp modelId="{460A69C1-F8F1-4AB9-86B8-509F2ACA6F31}">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FF49A6-1156-4F23-B37A-FD916407B85B}">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0" i="0" kern="1200" dirty="0"/>
            <a:t>Chrome Extension</a:t>
          </a:r>
          <a:endParaRPr lang="en-US" sz="2700" kern="1200" dirty="0"/>
        </a:p>
      </dsp:txBody>
      <dsp:txXfrm>
        <a:off x="3946203" y="886531"/>
        <a:ext cx="2810360" cy="1744948"/>
      </dsp:txXfrm>
    </dsp:sp>
    <dsp:sp modelId="{21DDC610-3C0E-44D9-A35B-3E65D447A911}">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3FD074-B401-40CB-9624-A51C6A2329B2}">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0" i="0" kern="1200" dirty="0"/>
            <a:t>Platform for management of researched content</a:t>
          </a:r>
          <a:endParaRPr lang="en-US" sz="2700" kern="1200" dirty="0"/>
        </a:p>
      </dsp:txBody>
      <dsp:txXfrm>
        <a:off x="7513791" y="886531"/>
        <a:ext cx="2810360" cy="174494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9B709-A636-BE03-47A7-E0366184BD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F8644C-C5F8-0611-4FE0-6F99B1A93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30455E-C3C3-AABD-8F4F-2B826B46BF9A}"/>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5" name="Footer Placeholder 4">
            <a:extLst>
              <a:ext uri="{FF2B5EF4-FFF2-40B4-BE49-F238E27FC236}">
                <a16:creationId xmlns:a16="http://schemas.microsoft.com/office/drawing/2014/main" id="{A13584B4-1DDF-6A41-46EF-C4A5EF64A3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1E6236-AC45-923E-9D58-5E03F7D97823}"/>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1723858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E0C0-58AE-EE39-D17D-19900CE80A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D4EF6D-DD44-1893-BEC8-388A43E88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9117C7-809E-3A87-892E-EB7EE47654AA}"/>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5" name="Footer Placeholder 4">
            <a:extLst>
              <a:ext uri="{FF2B5EF4-FFF2-40B4-BE49-F238E27FC236}">
                <a16:creationId xmlns:a16="http://schemas.microsoft.com/office/drawing/2014/main" id="{66CF5AFA-BA5A-BFB0-2AB5-64757632C3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B9C811-1189-CE53-91CE-B43FA4E05C4F}"/>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156927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37E62-3531-427C-3CC3-423187566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011D67-22B1-F143-CFE0-8D1D9607BD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04D54-B8B9-FED4-31C1-B7B832462534}"/>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5" name="Footer Placeholder 4">
            <a:extLst>
              <a:ext uri="{FF2B5EF4-FFF2-40B4-BE49-F238E27FC236}">
                <a16:creationId xmlns:a16="http://schemas.microsoft.com/office/drawing/2014/main" id="{15CC5301-9E7F-20DA-FCE3-2B013525C2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70D0F8-34FC-C54C-86A2-42698B5ED588}"/>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1498278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FEF3F-AFDF-E6B0-8EE5-D8FDA3DF2C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6BC097-0279-6D4B-1E07-F3E9A9AE3B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07BD70-0088-15ED-E3DE-3B7CE4C77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5FF59B-1A12-89C5-610E-B9B22A0547EB}"/>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6" name="Footer Placeholder 5">
            <a:extLst>
              <a:ext uri="{FF2B5EF4-FFF2-40B4-BE49-F238E27FC236}">
                <a16:creationId xmlns:a16="http://schemas.microsoft.com/office/drawing/2014/main" id="{35E10078-2726-4805-48BD-718934AE75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5513E0-5FDC-A260-59E0-9CCADABEAEBE}"/>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3135631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BF3F-0AC3-AFB5-9BF0-EAEAFEBAF7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34CF98-C3F6-C0A4-4488-133BCA4756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E38DD7-3A09-E55B-9DCF-5478E1548C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4BC265-A30B-4797-860F-FF961E5A54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9FE87-BA48-71DD-9101-B2A7616D01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F3D068-4769-772B-5979-D0E3349FA2F4}"/>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8" name="Footer Placeholder 7">
            <a:extLst>
              <a:ext uri="{FF2B5EF4-FFF2-40B4-BE49-F238E27FC236}">
                <a16:creationId xmlns:a16="http://schemas.microsoft.com/office/drawing/2014/main" id="{51E23FEC-6D0D-7B9C-4B78-CEBA50246A0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7C1607-D350-DCD9-9FF6-A59A7504C178}"/>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2255440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F147-20CD-9D70-5147-AD228DA9CA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C1C365-A49C-9AD9-52DC-AC43521AD9CB}"/>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4" name="Footer Placeholder 3">
            <a:extLst>
              <a:ext uri="{FF2B5EF4-FFF2-40B4-BE49-F238E27FC236}">
                <a16:creationId xmlns:a16="http://schemas.microsoft.com/office/drawing/2014/main" id="{DC446C58-B766-C216-7308-40C956771C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E3D481-50E7-6EEF-A9CF-209235703ECC}"/>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1017480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26A44A-9D98-E9BA-BA9A-F5C87CF599D3}"/>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3" name="Footer Placeholder 2">
            <a:extLst>
              <a:ext uri="{FF2B5EF4-FFF2-40B4-BE49-F238E27FC236}">
                <a16:creationId xmlns:a16="http://schemas.microsoft.com/office/drawing/2014/main" id="{6850920B-9A12-C74B-839F-6BBC4B777C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1A835E-D707-8738-3CA0-044E01D5C7FA}"/>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3813240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28BD-6255-0E09-38A9-B0E96ED9BA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3A4ADD-735B-9FBD-8CF0-0C3F9B6327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F54353-8A15-7F59-AC1E-AE149DBFA9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263DF-127E-5D95-5D85-E5EDEE8203FA}"/>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6" name="Footer Placeholder 5">
            <a:extLst>
              <a:ext uri="{FF2B5EF4-FFF2-40B4-BE49-F238E27FC236}">
                <a16:creationId xmlns:a16="http://schemas.microsoft.com/office/drawing/2014/main" id="{E581A201-D7F0-D610-3B13-E25D156A1E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63C7E4-C314-51A0-CC79-F6E5957F54F8}"/>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307799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9B7D-8F23-4227-CD91-54ECFB347F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559035-1B83-3316-95E7-05AC557621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609092-31AA-6C8E-AB2F-23138AAFF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C329-9CA1-4A40-A5BE-9273E0717A5B}"/>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6" name="Footer Placeholder 5">
            <a:extLst>
              <a:ext uri="{FF2B5EF4-FFF2-40B4-BE49-F238E27FC236}">
                <a16:creationId xmlns:a16="http://schemas.microsoft.com/office/drawing/2014/main" id="{F67E30D0-3D3C-58CE-64D0-D9E7AD5D1A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7D71DB-E413-E9AC-8B4F-666DCE93BFA5}"/>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537396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FA42-DC22-14C7-FB9E-EEB465109D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349893-F351-6711-04F6-48CD1635B1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570137-A400-3D1C-F211-B40476F3AF15}"/>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5" name="Footer Placeholder 4">
            <a:extLst>
              <a:ext uri="{FF2B5EF4-FFF2-40B4-BE49-F238E27FC236}">
                <a16:creationId xmlns:a16="http://schemas.microsoft.com/office/drawing/2014/main" id="{A86F63E9-F0B0-B89C-EA4E-01656BB49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EC2238-A023-E450-F8E6-3CD51B67E388}"/>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2706866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E43B67-6739-B3A3-832B-6D77C743D9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77FEE9-062D-DD60-DC52-6D39184310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803598-AB93-2AAA-00B3-0E18CF91C75D}"/>
              </a:ext>
            </a:extLst>
          </p:cNvPr>
          <p:cNvSpPr>
            <a:spLocks noGrp="1"/>
          </p:cNvSpPr>
          <p:nvPr>
            <p:ph type="dt" sz="half" idx="10"/>
          </p:nvPr>
        </p:nvSpPr>
        <p:spPr/>
        <p:txBody>
          <a:bodyPr/>
          <a:lstStyle/>
          <a:p>
            <a:fld id="{E972AAA6-683B-4BAD-ACAC-1B2DB8E04F4C}" type="datetimeFigureOut">
              <a:rPr lang="en-IN" smtClean="0"/>
              <a:t>01-02-2024</a:t>
            </a:fld>
            <a:endParaRPr lang="en-IN"/>
          </a:p>
        </p:txBody>
      </p:sp>
      <p:sp>
        <p:nvSpPr>
          <p:cNvPr id="5" name="Footer Placeholder 4">
            <a:extLst>
              <a:ext uri="{FF2B5EF4-FFF2-40B4-BE49-F238E27FC236}">
                <a16:creationId xmlns:a16="http://schemas.microsoft.com/office/drawing/2014/main" id="{E4D41A53-9749-E9A5-B050-77B1196DBA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E2EB05-4C9C-5811-5586-6A9C39287FD3}"/>
              </a:ext>
            </a:extLst>
          </p:cNvPr>
          <p:cNvSpPr>
            <a:spLocks noGrp="1"/>
          </p:cNvSpPr>
          <p:nvPr>
            <p:ph type="sldNum" sz="quarter" idx="12"/>
          </p:nvPr>
        </p:nvSpPr>
        <p:spPr/>
        <p:txBody>
          <a:bodyPr/>
          <a:lstStyle/>
          <a:p>
            <a:fld id="{E839FC74-C5D4-4704-9374-19B700E7DF9D}" type="slidenum">
              <a:rPr lang="en-IN" smtClean="0"/>
              <a:t>‹#›</a:t>
            </a:fld>
            <a:endParaRPr lang="en-IN"/>
          </a:p>
        </p:txBody>
      </p:sp>
    </p:spTree>
    <p:extLst>
      <p:ext uri="{BB962C8B-B14F-4D97-AF65-F5344CB8AC3E}">
        <p14:creationId xmlns:p14="http://schemas.microsoft.com/office/powerpoint/2010/main" val="3934499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F0BBAF-277D-EDEE-2E88-58DA75954A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195440-C1C2-DB9B-2221-888D625D1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5E17EC-F8FE-DB6C-11AE-2147A0EBC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72AAA6-683B-4BAD-ACAC-1B2DB8E04F4C}" type="datetimeFigureOut">
              <a:rPr lang="en-IN" smtClean="0"/>
              <a:t>01-02-2024</a:t>
            </a:fld>
            <a:endParaRPr lang="en-IN"/>
          </a:p>
        </p:txBody>
      </p:sp>
      <p:sp>
        <p:nvSpPr>
          <p:cNvPr id="5" name="Footer Placeholder 4">
            <a:extLst>
              <a:ext uri="{FF2B5EF4-FFF2-40B4-BE49-F238E27FC236}">
                <a16:creationId xmlns:a16="http://schemas.microsoft.com/office/drawing/2014/main" id="{2F28832D-1170-EFEB-7E5C-8392DD7388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885A1C-CCC6-07A7-37BB-568FC6646C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39FC74-C5D4-4704-9374-19B700E7DF9D}" type="slidenum">
              <a:rPr lang="en-IN" smtClean="0"/>
              <a:t>‹#›</a:t>
            </a:fld>
            <a:endParaRPr lang="en-IN"/>
          </a:p>
        </p:txBody>
      </p:sp>
    </p:spTree>
    <p:extLst>
      <p:ext uri="{BB962C8B-B14F-4D97-AF65-F5344CB8AC3E}">
        <p14:creationId xmlns:p14="http://schemas.microsoft.com/office/powerpoint/2010/main" val="2560087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chromewebstore.google.com/detail/webchatgpt-chatgpt-with-i/lpfemeioodjbpieminkklglpmhlngfcn" TargetMode="External"/><Relationship Id="rId2" Type="http://schemas.openxmlformats.org/officeDocument/2006/relationships/hyperlink" Target="https://maxai.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4B88F-615B-0E8F-1CEA-A5887088D1B5}"/>
              </a:ext>
            </a:extLst>
          </p:cNvPr>
          <p:cNvSpPr>
            <a:spLocks noGrp="1"/>
          </p:cNvSpPr>
          <p:nvPr>
            <p:ph type="ctrTitle"/>
          </p:nvPr>
        </p:nvSpPr>
        <p:spPr/>
        <p:txBody>
          <a:bodyPr>
            <a:normAutofit fontScale="90000"/>
          </a:bodyPr>
          <a:lstStyle/>
          <a:p>
            <a:r>
              <a:rPr lang="en-IN" sz="6000" b="1" dirty="0">
                <a:latin typeface="Times New Roman" panose="02020603050405020304" pitchFamily="18" charset="0"/>
                <a:cs typeface="Times New Roman" panose="02020603050405020304" pitchFamily="18" charset="0"/>
              </a:rPr>
              <a:t>Intelligent Content Aggregator And Knowledge Synthesizer</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54FF8BA-06E3-9656-702B-266F27528DDD}"/>
              </a:ext>
            </a:extLst>
          </p:cNvPr>
          <p:cNvSpPr>
            <a:spLocks noGrp="1"/>
          </p:cNvSpPr>
          <p:nvPr>
            <p:ph type="subTitle" idx="1"/>
          </p:nvPr>
        </p:nvSpPr>
        <p:spPr>
          <a:xfrm>
            <a:off x="4736840" y="4107866"/>
            <a:ext cx="7280988" cy="2013015"/>
          </a:xfrm>
        </p:spPr>
        <p:txBody>
          <a:bodyPr>
            <a:normAutofit fontScale="92500" lnSpcReduction="10000"/>
          </a:bodyPr>
          <a:lstStyle/>
          <a:p>
            <a:r>
              <a:rPr lang="en-US" b="1" dirty="0"/>
              <a:t>By</a:t>
            </a:r>
          </a:p>
          <a:p>
            <a:r>
              <a:rPr lang="en-US" dirty="0"/>
              <a:t>E.Manjith</a:t>
            </a:r>
          </a:p>
          <a:p>
            <a:r>
              <a:rPr lang="en-US" dirty="0"/>
              <a:t>P.Hotragn</a:t>
            </a:r>
          </a:p>
          <a:p>
            <a:r>
              <a:rPr lang="en-US" dirty="0"/>
              <a:t>V.Srinath</a:t>
            </a:r>
          </a:p>
          <a:p>
            <a:r>
              <a:rPr lang="en-US" b="1" dirty="0"/>
              <a:t>Mentor: </a:t>
            </a:r>
            <a:r>
              <a:rPr lang="en-US" dirty="0"/>
              <a:t>Dr.Kiran Kumar Ravulakollu</a:t>
            </a:r>
          </a:p>
          <a:p>
            <a:endParaRPr lang="en-IN" dirty="0"/>
          </a:p>
        </p:txBody>
      </p:sp>
    </p:spTree>
    <p:extLst>
      <p:ext uri="{BB962C8B-B14F-4D97-AF65-F5344CB8AC3E}">
        <p14:creationId xmlns:p14="http://schemas.microsoft.com/office/powerpoint/2010/main" val="4248702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FE7B-80BC-2A64-FAAE-E548EE9C4A9F}"/>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AGENDA</a:t>
            </a:r>
            <a:endParaRPr lang="en-IN" b="1"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421F4D24-2C6A-F27E-8CB3-E140C4D7374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3694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FB335-D4D3-A250-C6AE-AE9BADEAADF2}"/>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latin typeface="Times New Roman" panose="02020603050405020304" pitchFamily="18" charset="0"/>
                <a:cs typeface="Times New Roman" panose="02020603050405020304" pitchFamily="18" charset="0"/>
              </a:rPr>
              <a:t>Problem Statement</a:t>
            </a:r>
            <a:endParaRPr lang="en-IN" sz="4000" b="1">
              <a:solidFill>
                <a:srgbClr val="FFFFFF"/>
              </a:solidFill>
              <a:latin typeface="Times New Roman" panose="02020603050405020304" pitchFamily="18" charset="0"/>
              <a:cs typeface="Times New Roman" panose="02020603050405020304" pitchFamily="18" charset="0"/>
            </a:endParaRPr>
          </a:p>
        </p:txBody>
      </p:sp>
      <p:sp>
        <p:nvSpPr>
          <p:cNvPr id="22" name="Content Placeholder 2">
            <a:extLst>
              <a:ext uri="{FF2B5EF4-FFF2-40B4-BE49-F238E27FC236}">
                <a16:creationId xmlns:a16="http://schemas.microsoft.com/office/drawing/2014/main" id="{69D8E786-0727-A061-D9EB-88EDA5BF2568}"/>
              </a:ext>
            </a:extLst>
          </p:cNvPr>
          <p:cNvSpPr>
            <a:spLocks noGrp="1"/>
          </p:cNvSpPr>
          <p:nvPr>
            <p:ph idx="1"/>
          </p:nvPr>
        </p:nvSpPr>
        <p:spPr>
          <a:xfrm>
            <a:off x="4810259" y="649480"/>
            <a:ext cx="6555347" cy="5546047"/>
          </a:xfrm>
        </p:spPr>
        <p:txBody>
          <a:bodyPr anchor="ctr">
            <a:normAutofit/>
          </a:bodyPr>
          <a:lstStyle/>
          <a:p>
            <a:pPr algn="just" rtl="0">
              <a:spcBef>
                <a:spcPts val="0"/>
              </a:spcBef>
              <a:spcAft>
                <a:spcPts val="1200"/>
              </a:spcAft>
            </a:pPr>
            <a:r>
              <a:rPr lang="en-US" sz="2000" b="0" i="0" u="none" strike="noStrike" dirty="0">
                <a:effectLst/>
                <a:latin typeface="Times New Roman" panose="02020603050405020304" pitchFamily="18" charset="0"/>
                <a:cs typeface="Times New Roman" panose="02020603050405020304" pitchFamily="18" charset="0"/>
              </a:rPr>
              <a:t>Students are facing a significant challenge in the current landscape of information retrieval. Reading articles and research papers takes a lot of time, and we often find that the content doesn't meet our research needs. This inefficiency is frustrating, as it consumes valuable time without yielding satisfactory results.</a:t>
            </a:r>
            <a:endParaRPr lang="en-US" sz="2000" b="0" dirty="0">
              <a:effectLst/>
              <a:latin typeface="Times New Roman" panose="02020603050405020304" pitchFamily="18" charset="0"/>
              <a:cs typeface="Times New Roman" panose="02020603050405020304" pitchFamily="18" charset="0"/>
            </a:endParaRPr>
          </a:p>
          <a:p>
            <a:pPr algn="just" rtl="0">
              <a:spcBef>
                <a:spcPts val="0"/>
              </a:spcBef>
              <a:spcAft>
                <a:spcPts val="1200"/>
              </a:spcAft>
            </a:pPr>
            <a:r>
              <a:rPr lang="en-US" sz="2000" b="0" i="0" u="none" strike="noStrike" dirty="0">
                <a:effectLst/>
                <a:latin typeface="Times New Roman" panose="02020603050405020304" pitchFamily="18" charset="0"/>
                <a:cs typeface="Times New Roman" panose="02020603050405020304" pitchFamily="18" charset="0"/>
              </a:rPr>
              <a:t>Moreover, the vast amount of information available on the internet poses a challenge for efficient and effective knowledge extraction. Therefore, we propose a project aimed at extending web capabilities to address this issue. The project involves extracting information from all visited websites and providing summaries of the content.</a:t>
            </a:r>
            <a:endParaRPr lang="en-US" sz="2000" b="0" dirty="0">
              <a:effectLst/>
              <a:latin typeface="Times New Roman" panose="02020603050405020304" pitchFamily="18" charset="0"/>
              <a:cs typeface="Times New Roman" panose="02020603050405020304" pitchFamily="18" charset="0"/>
            </a:endParaRPr>
          </a:p>
          <a:p>
            <a:pPr algn="just" rtl="0">
              <a:spcBef>
                <a:spcPts val="0"/>
              </a:spcBef>
              <a:spcAft>
                <a:spcPts val="1200"/>
              </a:spcAft>
            </a:pPr>
            <a:r>
              <a:rPr lang="en-US" sz="2000" b="0" i="0" u="none" strike="noStrike" dirty="0">
                <a:effectLst/>
                <a:latin typeface="Times New Roman" panose="02020603050405020304" pitchFamily="18" charset="0"/>
                <a:cs typeface="Times New Roman" panose="02020603050405020304" pitchFamily="18" charset="0"/>
              </a:rPr>
              <a:t>In many cases, valuable information is embedded in images and diagrams within articles. Thus, it's crucial to explore solutions that go beyond text-based content extraction to ensure comprehensive knowledge retrieval.</a:t>
            </a:r>
            <a:endParaRPr lang="en-US" sz="20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094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19CFE225-E4F0-3163-05D3-DA417301846C}"/>
              </a:ext>
            </a:extLst>
          </p:cNvPr>
          <p:cNvPicPr>
            <a:picLocks noChangeAspect="1"/>
          </p:cNvPicPr>
          <p:nvPr/>
        </p:nvPicPr>
        <p:blipFill rotWithShape="1">
          <a:blip r:embed="rId2"/>
          <a:srcRect l="51877" r="2"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6066E3-DB32-0A80-5D16-BA6061F9C02B}"/>
              </a:ext>
            </a:extLst>
          </p:cNvPr>
          <p:cNvSpPr>
            <a:spLocks noGrp="1"/>
          </p:cNvSpPr>
          <p:nvPr>
            <p:ph type="title"/>
          </p:nvPr>
        </p:nvSpPr>
        <p:spPr>
          <a:xfrm>
            <a:off x="6115317" y="405685"/>
            <a:ext cx="5464968" cy="1559301"/>
          </a:xfrm>
        </p:spPr>
        <p:txBody>
          <a:bodyPr>
            <a:normAutofit/>
          </a:bodyPr>
          <a:lstStyle/>
          <a:p>
            <a:r>
              <a:rPr lang="en-US" sz="4000" b="1">
                <a:latin typeface="Times New Roman" panose="02020603050405020304" pitchFamily="18" charset="0"/>
                <a:cs typeface="Times New Roman" panose="02020603050405020304" pitchFamily="18" charset="0"/>
              </a:rPr>
              <a:t>Background And Introduction</a:t>
            </a:r>
            <a:endParaRPr lang="en-IN" sz="40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FE861D-8E7E-D1CC-1AEC-65D565FC0DFE}"/>
              </a:ext>
            </a:extLst>
          </p:cNvPr>
          <p:cNvSpPr>
            <a:spLocks noGrp="1"/>
          </p:cNvSpPr>
          <p:nvPr>
            <p:ph idx="1"/>
          </p:nvPr>
        </p:nvSpPr>
        <p:spPr>
          <a:xfrm>
            <a:off x="6115317" y="2743200"/>
            <a:ext cx="5247340" cy="3496878"/>
          </a:xfrm>
        </p:spPr>
        <p:txBody>
          <a:bodyPr anchor="ctr">
            <a:normAutofit/>
          </a:bodyPr>
          <a:lstStyle/>
          <a:p>
            <a:pPr rtl="0" fontAlgn="base">
              <a:spcBef>
                <a:spcPts val="0"/>
              </a:spcBef>
              <a:spcAft>
                <a:spcPts val="0"/>
              </a:spcAft>
              <a:buFont typeface="Arial" panose="020B0604020202020204" pitchFamily="34" charset="0"/>
              <a:buChar char="•"/>
            </a:pPr>
            <a:r>
              <a:rPr lang="en-US" sz="1300" b="0" i="0" u="none" strike="noStrike">
                <a:effectLst/>
                <a:latin typeface="Times New Roman" panose="02020603050405020304" pitchFamily="18" charset="0"/>
              </a:rPr>
              <a:t>As browsing has become a daily routine, the time a person takes to analyze through multiple websites at a single shot and understand them is difficult. These findings had become tough while correlating the content from multiple websites which is leading to ambiguity in human brains. </a:t>
            </a:r>
          </a:p>
          <a:p>
            <a:pPr marL="0" indent="0" rtl="0" fontAlgn="base">
              <a:spcBef>
                <a:spcPts val="0"/>
              </a:spcBef>
              <a:spcAft>
                <a:spcPts val="0"/>
              </a:spcAft>
              <a:buNone/>
            </a:pPr>
            <a:endParaRPr lang="en-US" sz="1300" b="0" i="0" u="none" strike="noStrike">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300" b="0" i="0" u="none" strike="noStrike">
                <a:effectLst/>
                <a:latin typeface="Times New Roman" panose="02020603050405020304" pitchFamily="18" charset="0"/>
              </a:rPr>
              <a:t>Motivated by this, this project will focus on correlation between the information from various pages and formats. There are endless extensions like copy fish and vowel ai which can extract text or summarize wrt the feature of extension. Yet there's a lot of complications for us as humans to compare and thereby conclude a single concept. </a:t>
            </a:r>
          </a:p>
          <a:p>
            <a:pPr marL="0" indent="0" rtl="0" fontAlgn="base">
              <a:spcBef>
                <a:spcPts val="0"/>
              </a:spcBef>
              <a:spcAft>
                <a:spcPts val="0"/>
              </a:spcAft>
              <a:buNone/>
            </a:pPr>
            <a:endParaRPr lang="en-US" sz="1300" b="0" i="0" u="none" strike="noStrike">
              <a:effectLst/>
              <a:latin typeface="Times New Roman" panose="02020603050405020304" pitchFamily="18" charset="0"/>
            </a:endParaRPr>
          </a:p>
          <a:p>
            <a:pPr rtl="0" fontAlgn="base">
              <a:spcBef>
                <a:spcPts val="0"/>
              </a:spcBef>
              <a:spcAft>
                <a:spcPts val="800"/>
              </a:spcAft>
              <a:buFont typeface="Arial" panose="020B0604020202020204" pitchFamily="34" charset="0"/>
              <a:buChar char="•"/>
            </a:pPr>
            <a:r>
              <a:rPr lang="en-US" sz="1300" b="0" i="0" u="none" strike="noStrike">
                <a:effectLst/>
                <a:latin typeface="Times New Roman" panose="02020603050405020304" pitchFamily="18" charset="0"/>
              </a:rPr>
              <a:t>Collective analysis of a single topic from various written styles would help users to increase productivity and management in terms of time invested. We will be having a single extension that can extract data from multiple active tabs with the utmost experience to users,which will improve their  performance and work. </a:t>
            </a:r>
          </a:p>
          <a:p>
            <a:pPr marL="0" indent="0">
              <a:buNone/>
            </a:pPr>
            <a:endParaRPr lang="en-IN" sz="1300"/>
          </a:p>
        </p:txBody>
      </p:sp>
    </p:spTree>
    <p:extLst>
      <p:ext uri="{BB962C8B-B14F-4D97-AF65-F5344CB8AC3E}">
        <p14:creationId xmlns:p14="http://schemas.microsoft.com/office/powerpoint/2010/main" val="238340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Question mark on green pastel background">
            <a:extLst>
              <a:ext uri="{FF2B5EF4-FFF2-40B4-BE49-F238E27FC236}">
                <a16:creationId xmlns:a16="http://schemas.microsoft.com/office/drawing/2014/main" id="{90C07C41-22A6-B523-A9B7-1C3625032F72}"/>
              </a:ext>
            </a:extLst>
          </p:cNvPr>
          <p:cNvPicPr>
            <a:picLocks noChangeAspect="1"/>
          </p:cNvPicPr>
          <p:nvPr/>
        </p:nvPicPr>
        <p:blipFill rotWithShape="1">
          <a:blip r:embed="rId2"/>
          <a:srcRect l="40413" r="421"/>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5619EF-A901-F274-5178-03B32BEDA885}"/>
              </a:ext>
            </a:extLst>
          </p:cNvPr>
          <p:cNvSpPr>
            <a:spLocks noGrp="1"/>
          </p:cNvSpPr>
          <p:nvPr>
            <p:ph type="title"/>
          </p:nvPr>
        </p:nvSpPr>
        <p:spPr>
          <a:xfrm>
            <a:off x="6115317" y="405685"/>
            <a:ext cx="5464968" cy="1559301"/>
          </a:xfrm>
        </p:spPr>
        <p:txBody>
          <a:bodyPr>
            <a:normAutofit/>
          </a:bodyPr>
          <a:lstStyle/>
          <a:p>
            <a:r>
              <a:rPr lang="en-US" sz="4000" b="1">
                <a:latin typeface="Times New Roman" panose="02020603050405020304" pitchFamily="18" charset="0"/>
                <a:cs typeface="Times New Roman" panose="02020603050405020304" pitchFamily="18" charset="0"/>
              </a:rPr>
              <a:t>Literature Review [1]</a:t>
            </a:r>
            <a:endParaRPr lang="en-IN" sz="40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845579-123E-E2EE-8F8C-9A2F1688098B}"/>
              </a:ext>
            </a:extLst>
          </p:cNvPr>
          <p:cNvSpPr>
            <a:spLocks noGrp="1"/>
          </p:cNvSpPr>
          <p:nvPr>
            <p:ph idx="1"/>
          </p:nvPr>
        </p:nvSpPr>
        <p:spPr>
          <a:xfrm>
            <a:off x="6115317" y="2743200"/>
            <a:ext cx="5247340" cy="3496878"/>
          </a:xfrm>
        </p:spPr>
        <p:txBody>
          <a:bodyPr anchor="ctr">
            <a:normAutofit/>
          </a:bodyPr>
          <a:lstStyle/>
          <a:p>
            <a:pPr rtl="0" fontAlgn="base">
              <a:spcBef>
                <a:spcPts val="0"/>
              </a:spcBef>
              <a:spcAft>
                <a:spcPts val="0"/>
              </a:spcAft>
              <a:buFont typeface="Arial" panose="020B0604020202020204" pitchFamily="34" charset="0"/>
              <a:buChar char="•"/>
            </a:pPr>
            <a:r>
              <a:rPr lang="en-US" sz="1600" b="0" i="0" u="none" strike="noStrike">
                <a:effectLst/>
                <a:latin typeface="Times New Roman" panose="02020603050405020304" pitchFamily="18" charset="0"/>
              </a:rPr>
              <a:t>An extension that has developed to help the users with poor English using the python dictionaries, google cloud firebase, and flask. This extension will generate pre-defined difficult words based on an article/website by parsing the content. </a:t>
            </a:r>
          </a:p>
          <a:p>
            <a:pPr marL="0" indent="0" rtl="0" fontAlgn="base">
              <a:spcBef>
                <a:spcPts val="0"/>
              </a:spcBef>
              <a:spcAft>
                <a:spcPts val="0"/>
              </a:spcAft>
              <a:buNone/>
            </a:pPr>
            <a:endParaRPr lang="en-US" sz="1600" b="0" i="0" u="none" strike="noStrike">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600" b="0" i="0" u="none" strike="noStrike">
                <a:effectLst/>
                <a:latin typeface="Times New Roman" panose="02020603050405020304" pitchFamily="18" charset="0"/>
              </a:rPr>
              <a:t>With the information extracted, it will map the definition of words generated to a dictionary and check if the extension is able to accurately generate the words. </a:t>
            </a:r>
          </a:p>
          <a:p>
            <a:pPr marL="0" indent="0" rtl="0" fontAlgn="base">
              <a:spcBef>
                <a:spcPts val="0"/>
              </a:spcBef>
              <a:spcAft>
                <a:spcPts val="0"/>
              </a:spcAft>
              <a:buNone/>
            </a:pPr>
            <a:endParaRPr lang="en-US" sz="1600" b="0" i="0" u="none" strike="noStrike">
              <a:effectLst/>
              <a:latin typeface="Times New Roman" panose="02020603050405020304" pitchFamily="18" charset="0"/>
            </a:endParaRPr>
          </a:p>
          <a:p>
            <a:pPr rtl="0" fontAlgn="base">
              <a:spcBef>
                <a:spcPts val="0"/>
              </a:spcBef>
              <a:spcAft>
                <a:spcPts val="800"/>
              </a:spcAft>
              <a:buFont typeface="Arial" panose="020B0604020202020204" pitchFamily="34" charset="0"/>
              <a:buChar char="•"/>
            </a:pPr>
            <a:r>
              <a:rPr lang="en-US" sz="1600" b="0" i="0" u="none" strike="noStrike">
                <a:effectLst/>
                <a:latin typeface="Times New Roman" panose="02020603050405020304" pitchFamily="18" charset="0"/>
              </a:rPr>
              <a:t>In addition, this extension will have a track of the most difficult words for users and use this information for future users to have a seamless experience. </a:t>
            </a:r>
          </a:p>
          <a:p>
            <a:pPr rtl="0" fontAlgn="base">
              <a:spcBef>
                <a:spcPts val="0"/>
              </a:spcBef>
              <a:spcAft>
                <a:spcPts val="0"/>
              </a:spcAft>
              <a:buFont typeface="Arial" panose="020B0604020202020204" pitchFamily="34" charset="0"/>
              <a:buChar char="•"/>
            </a:pPr>
            <a:r>
              <a:rPr lang="en-US" sz="1600" b="0" i="0" u="none" strike="noStrike">
                <a:effectLst/>
                <a:latin typeface="Times New Roman" panose="02020603050405020304" pitchFamily="18" charset="0"/>
              </a:rPr>
              <a:t>In conclusion, this extension provides a simple understanding of difficult words to users in english.</a:t>
            </a:r>
          </a:p>
          <a:p>
            <a:pPr marL="0" indent="0" rtl="0" fontAlgn="base">
              <a:spcBef>
                <a:spcPts val="0"/>
              </a:spcBef>
              <a:spcAft>
                <a:spcPts val="0"/>
              </a:spcAft>
              <a:buNone/>
            </a:pPr>
            <a:endParaRPr lang="en-US" sz="1600">
              <a:latin typeface="Times New Roman" panose="02020603050405020304" pitchFamily="18" charset="0"/>
            </a:endParaRPr>
          </a:p>
          <a:p>
            <a:pPr marL="0" indent="0" rtl="0" fontAlgn="base">
              <a:spcBef>
                <a:spcPts val="0"/>
              </a:spcBef>
              <a:spcAft>
                <a:spcPts val="0"/>
              </a:spcAft>
              <a:buNone/>
            </a:pPr>
            <a:endParaRPr lang="en-US" sz="1600" b="0" i="0" u="none" strike="noStrike">
              <a:effectLst/>
              <a:latin typeface="Times New Roman" panose="02020603050405020304" pitchFamily="18" charset="0"/>
            </a:endParaRPr>
          </a:p>
          <a:p>
            <a:pPr marL="0" indent="0">
              <a:buNone/>
            </a:pPr>
            <a:endParaRPr lang="en-IN" sz="1600"/>
          </a:p>
        </p:txBody>
      </p:sp>
    </p:spTree>
    <p:extLst>
      <p:ext uri="{BB962C8B-B14F-4D97-AF65-F5344CB8AC3E}">
        <p14:creationId xmlns:p14="http://schemas.microsoft.com/office/powerpoint/2010/main" val="3313862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1" name="Rectangle 4140">
            <a:extLst>
              <a:ext uri="{FF2B5EF4-FFF2-40B4-BE49-F238E27FC236}">
                <a16:creationId xmlns:a16="http://schemas.microsoft.com/office/drawing/2014/main" id="{D99D2C73-08B0-4F6B-A8E9-4651E6BDB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2" name="Rectangle 4141">
            <a:extLst>
              <a:ext uri="{FF2B5EF4-FFF2-40B4-BE49-F238E27FC236}">
                <a16:creationId xmlns:a16="http://schemas.microsoft.com/office/drawing/2014/main" id="{968DB88C-7EF2-487C-85D1-848F61F13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a:extLst>
              <a:ext uri="{FF2B5EF4-FFF2-40B4-BE49-F238E27FC236}">
                <a16:creationId xmlns:a16="http://schemas.microsoft.com/office/drawing/2014/main" id="{E7BE3B9E-EE2A-9E51-658A-6C8FE3B013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8161" b="1"/>
          <a:stretch/>
        </p:blipFill>
        <p:spPr bwMode="auto">
          <a:xfrm>
            <a:off x="477012" y="480059"/>
            <a:ext cx="3135430" cy="589787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7A6B6617-4EFE-6A5E-5F17-EC47A6C5BA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446" y="480057"/>
            <a:ext cx="8108542" cy="5897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11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9C98-203D-FD16-46BE-768AA5347F6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Review [2]</a:t>
            </a:r>
            <a:endParaRPr lang="en-IN" dirty="0"/>
          </a:p>
        </p:txBody>
      </p:sp>
      <p:sp>
        <p:nvSpPr>
          <p:cNvPr id="3" name="Content Placeholder 2">
            <a:extLst>
              <a:ext uri="{FF2B5EF4-FFF2-40B4-BE49-F238E27FC236}">
                <a16:creationId xmlns:a16="http://schemas.microsoft.com/office/drawing/2014/main" id="{E4A2E725-98CE-AE5D-A80E-A52A454DFFBF}"/>
              </a:ext>
            </a:extLst>
          </p:cNvPr>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Maxai extension has a variety of features that uses the most versions of ChatGPT and provides results for the user. </a:t>
            </a:r>
          </a:p>
          <a:p>
            <a:pPr marL="0" indent="0" rtl="0" fontAlgn="base">
              <a:spcBef>
                <a:spcPts val="0"/>
              </a:spcBef>
              <a:spcAft>
                <a:spcPts val="0"/>
              </a:spcAft>
              <a:buNone/>
            </a:pPr>
            <a:endParaRPr lang="en-US" sz="1800" b="0" i="0" u="none" strike="noStrike" dirty="0">
              <a:solidFill>
                <a:srgbClr val="000000"/>
              </a:solidFill>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It helps in summarizing a text from a single page, Generating the content for email, and even as an assistant chatbot. </a:t>
            </a:r>
          </a:p>
          <a:p>
            <a:pPr marL="0" indent="0" rtl="0" fontAlgn="base">
              <a:spcBef>
                <a:spcPts val="0"/>
              </a:spcBef>
              <a:spcAft>
                <a:spcPts val="0"/>
              </a:spcAft>
              <a:buNone/>
            </a:pPr>
            <a:endParaRPr lang="en-US" sz="1800" b="0" i="0" u="none" strike="noStrike" dirty="0">
              <a:solidFill>
                <a:srgbClr val="000000"/>
              </a:solidFill>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It works as an assistant and uses the ChatGPT 4 to produce results only with premium plan whereas the free plan only provides limited ChatGPT usage per day, and mini menu for a text selected.</a:t>
            </a:r>
          </a:p>
          <a:p>
            <a:endParaRPr lang="en-IN" dirty="0"/>
          </a:p>
        </p:txBody>
      </p:sp>
    </p:spTree>
    <p:extLst>
      <p:ext uri="{BB962C8B-B14F-4D97-AF65-F5344CB8AC3E}">
        <p14:creationId xmlns:p14="http://schemas.microsoft.com/office/powerpoint/2010/main" val="969392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01A8-B156-76DC-994D-FC8B693E856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Review [3]</a:t>
            </a:r>
            <a:endParaRPr lang="en-IN" dirty="0"/>
          </a:p>
        </p:txBody>
      </p:sp>
      <p:sp>
        <p:nvSpPr>
          <p:cNvPr id="3" name="Content Placeholder 2">
            <a:extLst>
              <a:ext uri="{FF2B5EF4-FFF2-40B4-BE49-F238E27FC236}">
                <a16:creationId xmlns:a16="http://schemas.microsoft.com/office/drawing/2014/main" id="{7C5F9C6E-0833-973A-094B-1A604CD35FA8}"/>
              </a:ext>
            </a:extLst>
          </p:cNvPr>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Given any prompt with the webaccess, the extension can give a response based on the latest news in ChatGPT. It can even scrape data from a URL by restricting responses to a specific URL  and giving responses respectively. </a:t>
            </a:r>
          </a:p>
          <a:p>
            <a:pPr marL="0" indent="0" rtl="0" fontAlgn="base">
              <a:spcBef>
                <a:spcPts val="0"/>
              </a:spcBef>
              <a:spcAft>
                <a:spcPts val="0"/>
              </a:spcAft>
              <a:buNone/>
            </a:pPr>
            <a:endParaRPr lang="en-US" sz="1800" b="0" i="0" u="none" strike="noStrike" dirty="0">
              <a:solidFill>
                <a:srgbClr val="000000"/>
              </a:solidFill>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It can perform a one-click prompts wrt required language, Tone, Writing style and Topic for a specific selected article/website. </a:t>
            </a:r>
          </a:p>
          <a:p>
            <a:pPr marL="0" indent="0" rtl="0" fontAlgn="base">
              <a:spcBef>
                <a:spcPts val="0"/>
              </a:spcBef>
              <a:spcAft>
                <a:spcPts val="0"/>
              </a:spcAft>
              <a:buNone/>
            </a:pPr>
            <a:endParaRPr lang="en-US" sz="1800" b="0" i="0" u="none" strike="noStrike" dirty="0">
              <a:solidFill>
                <a:srgbClr val="000000"/>
              </a:solidFill>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There are many extensions that can replicate the same usage, but the mentioned extensions are the popular ones with most users. </a:t>
            </a:r>
          </a:p>
          <a:p>
            <a:pPr rtl="0" fontAlgn="base">
              <a:spcBef>
                <a:spcPts val="0"/>
              </a:spcBef>
              <a:spcAft>
                <a:spcPts val="0"/>
              </a:spcAft>
              <a:buFont typeface="Arial" panose="020B0604020202020204" pitchFamily="34" charset="0"/>
              <a:buChar char="•"/>
            </a:pPr>
            <a:endParaRPr lang="en-US" sz="1800" b="0" i="0" u="none" strike="noStrike" dirty="0">
              <a:solidFill>
                <a:srgbClr val="000000"/>
              </a:solidFill>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Yet, all of these extensions are dedicated to specific URL/article/information. Through this project, we aim to develop an extension with features that enables it to summarize text from multiple writing styles provided.</a:t>
            </a:r>
          </a:p>
          <a:p>
            <a:endParaRPr lang="en-IN" dirty="0"/>
          </a:p>
        </p:txBody>
      </p:sp>
    </p:spTree>
    <p:extLst>
      <p:ext uri="{BB962C8B-B14F-4D97-AF65-F5344CB8AC3E}">
        <p14:creationId xmlns:p14="http://schemas.microsoft.com/office/powerpoint/2010/main" val="4255316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FCE0-CBF8-E190-CECB-AA281F0A83E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USE CASE</a:t>
            </a:r>
            <a:endParaRPr lang="en-IN" b="1" dirty="0">
              <a:latin typeface="Times New Roman" panose="02020603050405020304" pitchFamily="18" charset="0"/>
              <a:cs typeface="Times New Roman" panose="02020603050405020304" pitchFamily="18" charset="0"/>
            </a:endParaRPr>
          </a:p>
        </p:txBody>
      </p:sp>
      <p:pic>
        <p:nvPicPr>
          <p:cNvPr id="1030" name="Picture 6">
            <a:extLst>
              <a:ext uri="{FF2B5EF4-FFF2-40B4-BE49-F238E27FC236}">
                <a16:creationId xmlns:a16="http://schemas.microsoft.com/office/drawing/2014/main" id="{069A1CC9-8738-23D7-6437-E79E6681C1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7178" y="1381125"/>
            <a:ext cx="6725922"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4403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6AA07-35F9-753F-F5BA-D7C92B140D1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372C3EC8-8AE9-D1F8-5E20-26392B7DF98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6595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99D832-30F8-50D5-DF16-84B7A05C1009}"/>
              </a:ext>
            </a:extLst>
          </p:cNvPr>
          <p:cNvSpPr>
            <a:spLocks noGrp="1"/>
          </p:cNvSpPr>
          <p:nvPr>
            <p:ph type="title"/>
          </p:nvPr>
        </p:nvSpPr>
        <p:spPr>
          <a:xfrm>
            <a:off x="1285240" y="1050595"/>
            <a:ext cx="8074815" cy="1618489"/>
          </a:xfrm>
        </p:spPr>
        <p:txBody>
          <a:bodyPr anchor="ctr">
            <a:normAutofit/>
          </a:bodyPr>
          <a:lstStyle/>
          <a:p>
            <a:r>
              <a:rPr lang="en-US" sz="7200" b="1" dirty="0">
                <a:latin typeface="Times New Roman" panose="02020603050405020304" pitchFamily="18" charset="0"/>
                <a:cs typeface="Times New Roman" panose="02020603050405020304" pitchFamily="18" charset="0"/>
              </a:rPr>
              <a:t>Novelty</a:t>
            </a:r>
            <a:endParaRPr lang="en-IN" sz="7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CD81EE-9AA3-7D60-AE69-3BFE5A51A099}"/>
              </a:ext>
            </a:extLst>
          </p:cNvPr>
          <p:cNvSpPr>
            <a:spLocks noGrp="1"/>
          </p:cNvSpPr>
          <p:nvPr>
            <p:ph idx="1"/>
          </p:nvPr>
        </p:nvSpPr>
        <p:spPr>
          <a:xfrm>
            <a:off x="1285240" y="2969469"/>
            <a:ext cx="8074815" cy="2800395"/>
          </a:xfrm>
        </p:spPr>
        <p:txBody>
          <a:bodyPr anchor="t">
            <a:normAutofit/>
          </a:bodyPr>
          <a:lstStyle/>
          <a:p>
            <a:r>
              <a:rPr lang="en-US" sz="2400" dirty="0"/>
              <a:t>Integrating Various technologies such as web scraping through extension and summarizing the extracting content with a ML model.</a:t>
            </a:r>
          </a:p>
          <a:p>
            <a:endParaRPr lang="en-US" sz="2400" dirty="0"/>
          </a:p>
          <a:p>
            <a:r>
              <a:rPr lang="en-US" sz="2400" dirty="0"/>
              <a:t>Analyzing the content inside a HTML page based on tags and context present in those tags</a:t>
            </a:r>
            <a:endParaRPr lang="en-IN" sz="2400" dirty="0"/>
          </a:p>
        </p:txBody>
      </p:sp>
    </p:spTree>
    <p:extLst>
      <p:ext uri="{BB962C8B-B14F-4D97-AF65-F5344CB8AC3E}">
        <p14:creationId xmlns:p14="http://schemas.microsoft.com/office/powerpoint/2010/main" val="318464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9E3A-69BA-5F73-CADD-5DAEC6B09D1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Architecture Diagram</a:t>
            </a:r>
            <a:endParaRPr lang="en-IN" b="1"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14D9BF6C-F22D-8273-CA0B-DD089260E5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26292" y="1825625"/>
            <a:ext cx="81394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16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6AAC-2612-54D3-6E38-6EFF9AC8941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F43DEB-E9F1-90E0-6A26-4EB16B12E8A5}"/>
              </a:ext>
            </a:extLst>
          </p:cNvPr>
          <p:cNvSpPr>
            <a:spLocks noGrp="1"/>
          </p:cNvSpPr>
          <p:nvPr>
            <p:ph idx="1"/>
          </p:nvPr>
        </p:nvSpPr>
        <p:spPr>
          <a:xfrm>
            <a:off x="838200" y="1690688"/>
            <a:ext cx="10515600" cy="4740049"/>
          </a:xfrm>
        </p:spPr>
        <p:txBody>
          <a:bodyPr>
            <a:normAutofit/>
          </a:bodyPr>
          <a:lstStyle/>
          <a:p>
            <a:pPr marL="514350" indent="-285750" algn="just" rtl="0">
              <a:spcBef>
                <a:spcPts val="0"/>
              </a:spcBef>
              <a:spcAft>
                <a:spcPts val="800"/>
              </a:spcAft>
            </a:pPr>
            <a:r>
              <a:rPr lang="en-US" sz="1800" b="0" i="0" u="none" strike="noStrike" dirty="0">
                <a:solidFill>
                  <a:srgbClr val="000000"/>
                </a:solidFill>
                <a:effectLst/>
                <a:latin typeface="Times New Roman" panose="02020603050405020304" pitchFamily="18" charset="0"/>
              </a:rPr>
              <a:t>DOM Elements from the visited pages will be collected through extension which will be built using JavaScript. Once the DOM content is accessed it will be sent to the backend using an api. image tags will be extracted separately and will be sent to the backend in the form of URL or file format.</a:t>
            </a:r>
          </a:p>
          <a:p>
            <a:pPr indent="0" algn="just" rtl="0">
              <a:spcBef>
                <a:spcPts val="0"/>
              </a:spcBef>
              <a:spcAft>
                <a:spcPts val="800"/>
              </a:spcAft>
              <a:buNone/>
            </a:pPr>
            <a:endParaRPr lang="en-US" b="0" dirty="0">
              <a:effectLst/>
            </a:endParaRPr>
          </a:p>
          <a:p>
            <a:pPr marL="457200" algn="just" rtl="0" fontAlgn="base">
              <a:spcBef>
                <a:spcPts val="0"/>
              </a:spcBef>
              <a:spcAft>
                <a:spcPts val="800"/>
              </a:spcAft>
              <a:buFont typeface="+mj-lt"/>
              <a:buAutoNum type="arabicPeriod"/>
            </a:pPr>
            <a:r>
              <a:rPr lang="en-US" sz="1800" b="1" i="0" u="none" strike="noStrike" dirty="0">
                <a:solidFill>
                  <a:srgbClr val="000000"/>
                </a:solidFill>
                <a:effectLst/>
                <a:latin typeface="Times New Roman" panose="02020603050405020304" pitchFamily="18" charset="0"/>
              </a:rPr>
              <a:t>Rule Based Extraction</a:t>
            </a:r>
          </a:p>
          <a:p>
            <a:pPr marL="0" indent="0" algn="just" rtl="0">
              <a:spcBef>
                <a:spcPts val="0"/>
              </a:spcBef>
              <a:spcAft>
                <a:spcPts val="800"/>
              </a:spcAft>
              <a:buNone/>
            </a:pPr>
            <a:r>
              <a:rPr lang="en-US" sz="1800" dirty="0">
                <a:solidFill>
                  <a:srgbClr val="000000"/>
                </a:solidFill>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           Based on some pre-defined rules specific containers or div’s will be avoided because they may       contain information irrelevant to the searched information like ads. but all websites will not be following the same structure so the following step will try and eliminate such content</a:t>
            </a:r>
            <a:endParaRPr lang="en-US" b="0" dirty="0">
              <a:effectLst/>
            </a:endParaRPr>
          </a:p>
          <a:p>
            <a:pPr marL="457200" algn="just" rtl="0" fontAlgn="base">
              <a:spcBef>
                <a:spcPts val="0"/>
              </a:spcBef>
              <a:spcAft>
                <a:spcPts val="800"/>
              </a:spcAft>
              <a:buFont typeface="+mj-lt"/>
              <a:buAutoNum type="arabicPeriod" startAt="2"/>
            </a:pPr>
            <a:endParaRPr lang="en-US" sz="1800" b="1" i="0" u="none" strike="noStrike" dirty="0">
              <a:solidFill>
                <a:srgbClr val="000000"/>
              </a:solidFill>
              <a:effectLst/>
              <a:latin typeface="Times New Roman" panose="02020603050405020304" pitchFamily="18" charset="0"/>
            </a:endParaRPr>
          </a:p>
          <a:p>
            <a:pPr marL="457200" algn="just" rtl="0" fontAlgn="base">
              <a:spcBef>
                <a:spcPts val="0"/>
              </a:spcBef>
              <a:spcAft>
                <a:spcPts val="800"/>
              </a:spcAft>
              <a:buFont typeface="+mj-lt"/>
              <a:buAutoNum type="arabicPeriod" startAt="2"/>
            </a:pPr>
            <a:r>
              <a:rPr lang="en-US" sz="1800" b="1" i="0" u="none" strike="noStrike" dirty="0">
                <a:solidFill>
                  <a:srgbClr val="000000"/>
                </a:solidFill>
                <a:effectLst/>
                <a:latin typeface="Times New Roman" panose="02020603050405020304" pitchFamily="18" charset="0"/>
              </a:rPr>
              <a:t>Model Based Extraction</a:t>
            </a:r>
          </a:p>
          <a:p>
            <a:pPr marL="685800" indent="0" algn="just" rtl="0">
              <a:spcBef>
                <a:spcPts val="0"/>
              </a:spcBef>
              <a:spcAft>
                <a:spcPts val="800"/>
              </a:spcAft>
              <a:buNone/>
            </a:pPr>
            <a:r>
              <a:rPr lang="en-US" sz="1800" b="0" i="0" u="none" strike="noStrike" dirty="0">
                <a:solidFill>
                  <a:srgbClr val="000000"/>
                </a:solidFill>
                <a:effectLst/>
                <a:latin typeface="Times New Roman" panose="02020603050405020304" pitchFamily="18" charset="0"/>
              </a:rPr>
              <a:t>               As all websites do not follow the same structure, we try eliminating most of the unused content in the first step. We will try and build a machine learning model which should be able to separate tags based on their content.</a:t>
            </a:r>
            <a:endParaRPr lang="en-US" b="0" dirty="0">
              <a:effectLst/>
            </a:endParaRPr>
          </a:p>
          <a:p>
            <a:pPr marL="0" indent="0">
              <a:buNone/>
            </a:pPr>
            <a:endParaRPr lang="en-IN" dirty="0"/>
          </a:p>
        </p:txBody>
      </p:sp>
    </p:spTree>
    <p:extLst>
      <p:ext uri="{BB962C8B-B14F-4D97-AF65-F5344CB8AC3E}">
        <p14:creationId xmlns:p14="http://schemas.microsoft.com/office/powerpoint/2010/main" val="947204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BFEE72-D6FC-F842-3F0D-03EE4C939A70}"/>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sz="5200" b="1" kern="1200">
                <a:solidFill>
                  <a:schemeClr val="tx1"/>
                </a:solidFill>
                <a:latin typeface="+mj-lt"/>
                <a:ea typeface="+mj-ea"/>
                <a:cs typeface="+mj-cs"/>
              </a:rPr>
              <a:t>Preliminary Results</a:t>
            </a:r>
          </a:p>
        </p:txBody>
      </p:sp>
      <p:pic>
        <p:nvPicPr>
          <p:cNvPr id="5" name="Content Placeholder 4" descr="A screenshot of a computer&#10;&#10;Description automatically generated">
            <a:extLst>
              <a:ext uri="{FF2B5EF4-FFF2-40B4-BE49-F238E27FC236}">
                <a16:creationId xmlns:a16="http://schemas.microsoft.com/office/drawing/2014/main" id="{A8F3CDC2-7FEA-0AAC-58BD-F6730ACB6AA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1243"/>
          <a:stretch/>
        </p:blipFill>
        <p:spPr>
          <a:xfrm>
            <a:off x="198741" y="1924050"/>
            <a:ext cx="5803323" cy="459105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EBA866FA-B154-07CF-E486-A815F48A9328}"/>
              </a:ext>
            </a:extLst>
          </p:cNvPr>
          <p:cNvPicPr>
            <a:picLocks noChangeAspect="1"/>
          </p:cNvPicPr>
          <p:nvPr/>
        </p:nvPicPr>
        <p:blipFill rotWithShape="1">
          <a:blip r:embed="rId3">
            <a:extLst>
              <a:ext uri="{28A0092B-C50C-407E-A947-70E740481C1C}">
                <a14:useLocalDpi xmlns:a14="http://schemas.microsoft.com/office/drawing/2010/main" val="0"/>
              </a:ext>
            </a:extLst>
          </a:blip>
          <a:srcRect l="776" r="10466"/>
          <a:stretch/>
        </p:blipFill>
        <p:spPr>
          <a:xfrm>
            <a:off x="6189934" y="1924050"/>
            <a:ext cx="5803323" cy="4591050"/>
          </a:xfrm>
          <a:prstGeom prst="rect">
            <a:avLst/>
          </a:prstGeom>
        </p:spPr>
      </p:pic>
    </p:spTree>
    <p:extLst>
      <p:ext uri="{BB962C8B-B14F-4D97-AF65-F5344CB8AC3E}">
        <p14:creationId xmlns:p14="http://schemas.microsoft.com/office/powerpoint/2010/main" val="2700042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2BCEF6E-BE2A-B723-BCB3-127F06E01E6F}"/>
              </a:ext>
            </a:extLst>
          </p:cNvPr>
          <p:cNvSpPr txBox="1"/>
          <p:nvPr/>
        </p:nvSpPr>
        <p:spPr>
          <a:xfrm>
            <a:off x="838201" y="2962279"/>
            <a:ext cx="3799425" cy="3143241"/>
          </a:xfrm>
          <a:prstGeom prst="rect">
            <a:avLst/>
          </a:prstGeom>
        </p:spPr>
        <p:txBody>
          <a:bodyPr vert="horz" lIns="91440" tIns="45720" rIns="91440" bIns="45720" rtlCol="0">
            <a:normAutofit/>
          </a:bodyPr>
          <a:lstStyle/>
          <a:p>
            <a:pPr>
              <a:lnSpc>
                <a:spcPct val="90000"/>
              </a:lnSpc>
              <a:spcAft>
                <a:spcPts val="600"/>
              </a:spcAft>
            </a:pPr>
            <a:r>
              <a:rPr lang="en-US" sz="4400" b="1" dirty="0"/>
              <a:t>UI DESIGN</a:t>
            </a:r>
          </a:p>
        </p:txBody>
      </p:sp>
      <p:pic>
        <p:nvPicPr>
          <p:cNvPr id="5122" name="Picture 2">
            <a:extLst>
              <a:ext uri="{FF2B5EF4-FFF2-40B4-BE49-F238E27FC236}">
                <a16:creationId xmlns:a16="http://schemas.microsoft.com/office/drawing/2014/main" id="{212E8FCA-0947-B7FB-1E18-A4E7E48B2E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87" r="5538" b="1"/>
          <a:stretch/>
        </p:blipFill>
        <p:spPr bwMode="auto">
          <a:xfrm>
            <a:off x="5010386" y="10"/>
            <a:ext cx="7181613"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540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F7C924-2D87-D78C-4769-6FBA5C4362C6}"/>
              </a:ext>
            </a:extLst>
          </p:cNvPr>
          <p:cNvSpPr>
            <a:spLocks noGrp="1"/>
          </p:cNvSpPr>
          <p:nvPr>
            <p:ph type="title"/>
          </p:nvPr>
        </p:nvSpPr>
        <p:spPr>
          <a:xfrm>
            <a:off x="1043631" y="809898"/>
            <a:ext cx="10173010" cy="1554480"/>
          </a:xfrm>
        </p:spPr>
        <p:txBody>
          <a:bodyPr anchor="ctr">
            <a:normAutofit/>
          </a:bodyPr>
          <a:lstStyle/>
          <a:p>
            <a:r>
              <a:rPr lang="en-IN" sz="4800" b="1">
                <a:latin typeface="Times New Roman" panose="02020603050405020304" pitchFamily="18" charset="0"/>
                <a:cs typeface="Times New Roman" panose="02020603050405020304" pitchFamily="18" charset="0"/>
              </a:rPr>
              <a:t>Expected Outcomes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A7D9F4D-D55A-6705-7702-6E704057A6F8}"/>
              </a:ext>
            </a:extLst>
          </p:cNvPr>
          <p:cNvGraphicFramePr>
            <a:graphicFrameLocks noGrp="1"/>
          </p:cNvGraphicFramePr>
          <p:nvPr>
            <p:ph idx="1"/>
            <p:extLst>
              <p:ext uri="{D42A27DB-BD31-4B8C-83A1-F6EECF244321}">
                <p14:modId xmlns:p14="http://schemas.microsoft.com/office/powerpoint/2010/main" val="232135235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4696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85768E8-ACBF-5E07-22FA-D9065198ABFD}"/>
              </a:ext>
            </a:extLst>
          </p:cNvPr>
          <p:cNvGraphicFramePr>
            <a:graphicFrameLocks noGrp="1"/>
          </p:cNvGraphicFramePr>
          <p:nvPr>
            <p:extLst>
              <p:ext uri="{D42A27DB-BD31-4B8C-83A1-F6EECF244321}">
                <p14:modId xmlns:p14="http://schemas.microsoft.com/office/powerpoint/2010/main" val="392341129"/>
              </p:ext>
            </p:extLst>
          </p:nvPr>
        </p:nvGraphicFramePr>
        <p:xfrm>
          <a:off x="2032000" y="719666"/>
          <a:ext cx="8128000" cy="4051387"/>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65788763"/>
                    </a:ext>
                  </a:extLst>
                </a:gridCol>
                <a:gridCol w="2019559">
                  <a:extLst>
                    <a:ext uri="{9D8B030D-6E8A-4147-A177-3AD203B41FA5}">
                      <a16:colId xmlns:a16="http://schemas.microsoft.com/office/drawing/2014/main" val="1181942584"/>
                    </a:ext>
                  </a:extLst>
                </a:gridCol>
                <a:gridCol w="2044441">
                  <a:extLst>
                    <a:ext uri="{9D8B030D-6E8A-4147-A177-3AD203B41FA5}">
                      <a16:colId xmlns:a16="http://schemas.microsoft.com/office/drawing/2014/main" val="2568239999"/>
                    </a:ext>
                  </a:extLst>
                </a:gridCol>
                <a:gridCol w="2032000">
                  <a:extLst>
                    <a:ext uri="{9D8B030D-6E8A-4147-A177-3AD203B41FA5}">
                      <a16:colId xmlns:a16="http://schemas.microsoft.com/office/drawing/2014/main" val="1617700905"/>
                    </a:ext>
                  </a:extLst>
                </a:gridCol>
              </a:tblGrid>
              <a:tr h="399505">
                <a:tc>
                  <a:txBody>
                    <a:bodyPr/>
                    <a:lstStyle/>
                    <a:p>
                      <a:r>
                        <a:rPr lang="en-US" dirty="0"/>
                        <a:t>           Timeline</a:t>
                      </a:r>
                      <a:endParaRPr lang="en-IN" dirty="0"/>
                    </a:p>
                  </a:txBody>
                  <a:tcPr/>
                </a:tc>
                <a:tc>
                  <a:txBody>
                    <a:bodyPr/>
                    <a:lstStyle/>
                    <a:p>
                      <a:r>
                        <a:rPr lang="en-US" dirty="0"/>
                        <a:t>        Manjith</a:t>
                      </a:r>
                      <a:endParaRPr lang="en-IN" dirty="0"/>
                    </a:p>
                  </a:txBody>
                  <a:tcPr/>
                </a:tc>
                <a:tc>
                  <a:txBody>
                    <a:bodyPr/>
                    <a:lstStyle/>
                    <a:p>
                      <a:r>
                        <a:rPr lang="en-US" dirty="0"/>
                        <a:t>      Hotragn</a:t>
                      </a:r>
                      <a:endParaRPr lang="en-IN" dirty="0"/>
                    </a:p>
                  </a:txBody>
                  <a:tcPr/>
                </a:tc>
                <a:tc>
                  <a:txBody>
                    <a:bodyPr/>
                    <a:lstStyle/>
                    <a:p>
                      <a:r>
                        <a:rPr lang="en-US" dirty="0"/>
                        <a:t>            Srinath</a:t>
                      </a:r>
                      <a:endParaRPr lang="en-IN" dirty="0"/>
                    </a:p>
                  </a:txBody>
                  <a:tcPr/>
                </a:tc>
                <a:extLst>
                  <a:ext uri="{0D108BD9-81ED-4DB2-BD59-A6C34878D82A}">
                    <a16:rowId xmlns:a16="http://schemas.microsoft.com/office/drawing/2014/main" val="354110736"/>
                  </a:ext>
                </a:extLst>
              </a:tr>
              <a:tr h="998763">
                <a:tc>
                  <a:txBody>
                    <a:bodyPr/>
                    <a:lstStyle/>
                    <a:p>
                      <a:r>
                        <a:rPr lang="en-US" dirty="0"/>
                        <a:t>Jan 1</a:t>
                      </a:r>
                      <a:r>
                        <a:rPr lang="en-US" baseline="30000" dirty="0"/>
                        <a:t>st</a:t>
                      </a:r>
                      <a:r>
                        <a:rPr lang="en-US" dirty="0"/>
                        <a:t> – Jan 15</a:t>
                      </a:r>
                      <a:r>
                        <a:rPr lang="en-US" baseline="30000" dirty="0"/>
                        <a:t>th</a:t>
                      </a:r>
                      <a:r>
                        <a:rPr lang="en-US" dirty="0"/>
                        <a:t> </a:t>
                      </a:r>
                      <a:endParaRPr lang="en-IN" dirty="0"/>
                    </a:p>
                  </a:txBody>
                  <a:tcPr/>
                </a:tc>
                <a:tc>
                  <a:txBody>
                    <a:bodyPr/>
                    <a:lstStyle/>
                    <a:p>
                      <a:r>
                        <a:rPr lang="en-US" dirty="0"/>
                        <a:t>Literature, proposal.</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Literature, proposal.</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Literature, proposal.</a:t>
                      </a:r>
                      <a:endParaRPr lang="en-IN" dirty="0"/>
                    </a:p>
                    <a:p>
                      <a:endParaRPr lang="en-IN" dirty="0"/>
                    </a:p>
                  </a:txBody>
                  <a:tcPr/>
                </a:tc>
                <a:extLst>
                  <a:ext uri="{0D108BD9-81ED-4DB2-BD59-A6C34878D82A}">
                    <a16:rowId xmlns:a16="http://schemas.microsoft.com/office/drawing/2014/main" val="3455288123"/>
                  </a:ext>
                </a:extLst>
              </a:tr>
              <a:tr h="699134">
                <a:tc>
                  <a:txBody>
                    <a:bodyPr/>
                    <a:lstStyle/>
                    <a:p>
                      <a:r>
                        <a:rPr lang="en-US" dirty="0"/>
                        <a:t>Jan 15</a:t>
                      </a:r>
                      <a:r>
                        <a:rPr lang="en-US" baseline="30000" dirty="0"/>
                        <a:t>th</a:t>
                      </a:r>
                      <a:r>
                        <a:rPr lang="en-US" dirty="0"/>
                        <a:t> – Jan 31</a:t>
                      </a:r>
                      <a:r>
                        <a:rPr lang="en-US" baseline="30000" dirty="0"/>
                        <a:t>st</a:t>
                      </a:r>
                      <a:r>
                        <a:rPr lang="en-US" dirty="0"/>
                        <a:t> </a:t>
                      </a:r>
                      <a:endParaRPr lang="en-IN" dirty="0"/>
                    </a:p>
                  </a:txBody>
                  <a:tcPr/>
                </a:tc>
                <a:tc>
                  <a:txBody>
                    <a:bodyPr/>
                    <a:lstStyle/>
                    <a:p>
                      <a:r>
                        <a:rPr lang="en-US" dirty="0"/>
                        <a:t>Preliminary Results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Preliminary Results</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Preliminary Results</a:t>
                      </a:r>
                      <a:endParaRPr lang="en-IN" dirty="0"/>
                    </a:p>
                    <a:p>
                      <a:endParaRPr lang="en-IN" dirty="0"/>
                    </a:p>
                  </a:txBody>
                  <a:tcPr/>
                </a:tc>
                <a:extLst>
                  <a:ext uri="{0D108BD9-81ED-4DB2-BD59-A6C34878D82A}">
                    <a16:rowId xmlns:a16="http://schemas.microsoft.com/office/drawing/2014/main" val="2008970549"/>
                  </a:ext>
                </a:extLst>
              </a:tr>
              <a:tr h="399505">
                <a:tc>
                  <a:txBody>
                    <a:bodyPr/>
                    <a:lstStyle/>
                    <a:p>
                      <a:r>
                        <a:rPr lang="en-US" dirty="0"/>
                        <a:t>Feb 2</a:t>
                      </a:r>
                      <a:r>
                        <a:rPr lang="en-US" baseline="30000" dirty="0"/>
                        <a:t>nd</a:t>
                      </a:r>
                      <a:r>
                        <a:rPr lang="en-US" dirty="0"/>
                        <a:t>  - Feb 20</a:t>
                      </a:r>
                      <a:r>
                        <a:rPr lang="en-US" baseline="30000" dirty="0"/>
                        <a:t>th</a:t>
                      </a:r>
                      <a:r>
                        <a:rPr lang="en-US" dirty="0"/>
                        <a:t> </a:t>
                      </a:r>
                      <a:endParaRPr lang="en-IN" dirty="0"/>
                    </a:p>
                  </a:txBody>
                  <a:tcPr/>
                </a:tc>
                <a:tc>
                  <a:txBody>
                    <a:bodyPr/>
                    <a:lstStyle/>
                    <a:p>
                      <a:r>
                        <a:rPr lang="en-IN" dirty="0"/>
                        <a:t>Modal test and research/ train and error</a:t>
                      </a:r>
                    </a:p>
                  </a:txBody>
                  <a:tcPr/>
                </a:tc>
                <a:tc>
                  <a:txBody>
                    <a:bodyPr/>
                    <a:lstStyle/>
                    <a:p>
                      <a:r>
                        <a:rPr lang="en-IN" dirty="0"/>
                        <a:t>Rule definition for tag-based extraction</a:t>
                      </a:r>
                    </a:p>
                  </a:txBody>
                  <a:tcPr/>
                </a:tc>
                <a:tc>
                  <a:txBody>
                    <a:bodyPr/>
                    <a:lstStyle/>
                    <a:p>
                      <a:r>
                        <a:rPr lang="en-IN" dirty="0"/>
                        <a:t>Data Based design</a:t>
                      </a:r>
                    </a:p>
                    <a:p>
                      <a:r>
                        <a:rPr lang="en-IN" dirty="0"/>
                        <a:t>And data collection</a:t>
                      </a:r>
                    </a:p>
                  </a:txBody>
                  <a:tcPr/>
                </a:tc>
                <a:extLst>
                  <a:ext uri="{0D108BD9-81ED-4DB2-BD59-A6C34878D82A}">
                    <a16:rowId xmlns:a16="http://schemas.microsoft.com/office/drawing/2014/main" val="1021192293"/>
                  </a:ext>
                </a:extLst>
              </a:tr>
              <a:tr h="399505">
                <a:tc>
                  <a:txBody>
                    <a:bodyPr/>
                    <a:lstStyle/>
                    <a:p>
                      <a:r>
                        <a:rPr lang="en-US" dirty="0"/>
                        <a:t>Feb 21</a:t>
                      </a:r>
                      <a:r>
                        <a:rPr lang="en-US" baseline="30000" dirty="0"/>
                        <a:t>st</a:t>
                      </a:r>
                      <a:r>
                        <a:rPr lang="en-US" dirty="0"/>
                        <a:t> – Feb 29</a:t>
                      </a:r>
                      <a:r>
                        <a:rPr lang="en-US" baseline="30000" dirty="0"/>
                        <a:t>th</a:t>
                      </a:r>
                      <a:r>
                        <a:rPr lang="en-US" dirty="0"/>
                        <a:t> </a:t>
                      </a:r>
                      <a:endParaRPr lang="en-IN" dirty="0"/>
                    </a:p>
                  </a:txBody>
                  <a:tcPr/>
                </a:tc>
                <a:tc>
                  <a:txBody>
                    <a:bodyPr/>
                    <a:lstStyle/>
                    <a:p>
                      <a:r>
                        <a:rPr lang="en-IN" dirty="0"/>
                        <a:t>Api Architecture design</a:t>
                      </a:r>
                    </a:p>
                  </a:txBody>
                  <a:tcPr/>
                </a:tc>
                <a:tc>
                  <a:txBody>
                    <a:bodyPr/>
                    <a:lstStyle/>
                    <a:p>
                      <a:r>
                        <a:rPr lang="en-IN" dirty="0"/>
                        <a:t>Frontend design and development</a:t>
                      </a:r>
                    </a:p>
                  </a:txBody>
                  <a:tcPr/>
                </a:tc>
                <a:tc>
                  <a:txBody>
                    <a:bodyPr/>
                    <a:lstStyle/>
                    <a:p>
                      <a:r>
                        <a:rPr lang="en-IN" dirty="0"/>
                        <a:t>Integration</a:t>
                      </a:r>
                    </a:p>
                  </a:txBody>
                  <a:tcPr/>
                </a:tc>
                <a:extLst>
                  <a:ext uri="{0D108BD9-81ED-4DB2-BD59-A6C34878D82A}">
                    <a16:rowId xmlns:a16="http://schemas.microsoft.com/office/drawing/2014/main" val="2325164042"/>
                  </a:ext>
                </a:extLst>
              </a:tr>
              <a:tr h="399505">
                <a:tc>
                  <a:txBody>
                    <a:bodyPr/>
                    <a:lstStyle/>
                    <a:p>
                      <a:r>
                        <a:rPr lang="en-US" dirty="0"/>
                        <a:t>Mar 1</a:t>
                      </a:r>
                      <a:r>
                        <a:rPr lang="en-US" baseline="30000" dirty="0"/>
                        <a:t>st</a:t>
                      </a:r>
                      <a:r>
                        <a:rPr lang="en-US" dirty="0"/>
                        <a:t> – Mar 15</a:t>
                      </a:r>
                      <a:r>
                        <a:rPr lang="en-US" baseline="30000" dirty="0"/>
                        <a:t>th</a:t>
                      </a:r>
                      <a:r>
                        <a:rPr lang="en-US" dirty="0"/>
                        <a:t> </a:t>
                      </a:r>
                      <a:endParaRPr lang="en-IN" dirty="0"/>
                    </a:p>
                  </a:txBody>
                  <a:tcPr/>
                </a:tc>
                <a:tc>
                  <a:txBody>
                    <a:bodyPr/>
                    <a:lstStyle/>
                    <a:p>
                      <a:r>
                        <a:rPr lang="en-IN" dirty="0"/>
                        <a:t>Testing </a:t>
                      </a:r>
                    </a:p>
                  </a:txBody>
                  <a:tcPr/>
                </a:tc>
                <a:tc>
                  <a:txBody>
                    <a:bodyPr/>
                    <a:lstStyle/>
                    <a:p>
                      <a:r>
                        <a:rPr lang="en-IN" dirty="0"/>
                        <a:t>Fine Tuning</a:t>
                      </a:r>
                    </a:p>
                  </a:txBody>
                  <a:tcPr/>
                </a:tc>
                <a:tc>
                  <a:txBody>
                    <a:bodyPr/>
                    <a:lstStyle/>
                    <a:p>
                      <a:r>
                        <a:rPr lang="en-IN" dirty="0"/>
                        <a:t>deployment</a:t>
                      </a:r>
                    </a:p>
                  </a:txBody>
                  <a:tcPr/>
                </a:tc>
                <a:extLst>
                  <a:ext uri="{0D108BD9-81ED-4DB2-BD59-A6C34878D82A}">
                    <a16:rowId xmlns:a16="http://schemas.microsoft.com/office/drawing/2014/main" val="3977538386"/>
                  </a:ext>
                </a:extLst>
              </a:tr>
            </a:tbl>
          </a:graphicData>
        </a:graphic>
      </p:graphicFrame>
    </p:spTree>
    <p:extLst>
      <p:ext uri="{BB962C8B-B14F-4D97-AF65-F5344CB8AC3E}">
        <p14:creationId xmlns:p14="http://schemas.microsoft.com/office/powerpoint/2010/main" val="4259780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F686-A200-081A-0362-0020EA9DFEF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671FF1-5755-5735-FB6B-2840DAB6B580}"/>
              </a:ext>
            </a:extLst>
          </p:cNvPr>
          <p:cNvSpPr>
            <a:spLocks noGrp="1"/>
          </p:cNvSpPr>
          <p:nvPr>
            <p:ph idx="1"/>
          </p:nvPr>
        </p:nvSpPr>
        <p:spPr/>
        <p:txBody>
          <a:bodyPr/>
          <a:lstStyle/>
          <a:p>
            <a:pPr marL="0" indent="0" algn="just" rtl="0">
              <a:spcBef>
                <a:spcPts val="0"/>
              </a:spcBef>
              <a:spcAft>
                <a:spcPts val="800"/>
              </a:spcAft>
              <a:buNone/>
            </a:pPr>
            <a:r>
              <a:rPr lang="en-IN" sz="1800" b="0" i="0" u="none" strike="noStrike" dirty="0">
                <a:solidFill>
                  <a:srgbClr val="000000"/>
                </a:solidFill>
                <a:effectLst/>
                <a:latin typeface="Times New Roman" panose="02020603050405020304" pitchFamily="18" charset="0"/>
              </a:rPr>
              <a:t>[1] </a:t>
            </a:r>
            <a:r>
              <a:rPr lang="en-IN" sz="1800" b="0" i="0" u="none" strike="noStrike" dirty="0">
                <a:solidFill>
                  <a:srgbClr val="222222"/>
                </a:solidFill>
                <a:effectLst/>
                <a:latin typeface="Arial" panose="020B0604020202020204" pitchFamily="34" charset="0"/>
              </a:rPr>
              <a:t>Zhao, Tongde, and Khoa Tran. "APowerful CHROME EXTENSION: TRANSLATION PROGRAM USING PYTHON, WEBSITE ANALYSIS AND GOOGLE FIREBASE SERVICES." </a:t>
            </a:r>
            <a:r>
              <a:rPr lang="en-IN" sz="1800" b="0" i="1" u="none" strike="noStrike" dirty="0">
                <a:solidFill>
                  <a:srgbClr val="222222"/>
                </a:solidFill>
                <a:effectLst/>
                <a:latin typeface="Arial" panose="020B0604020202020204" pitchFamily="34" charset="0"/>
              </a:rPr>
              <a:t>CS &amp; IT Conference Proceedings</a:t>
            </a:r>
            <a:r>
              <a:rPr lang="en-IN" sz="1800" b="0" i="0" u="none" strike="noStrike" dirty="0">
                <a:solidFill>
                  <a:srgbClr val="222222"/>
                </a:solidFill>
                <a:effectLst/>
                <a:latin typeface="Arial" panose="020B0604020202020204" pitchFamily="34" charset="0"/>
              </a:rPr>
              <a:t>. Vol. 13. No. 7. CS &amp; IT Conference Proceedings, 2023.</a:t>
            </a:r>
            <a:endParaRPr lang="en-IN" b="0" dirty="0">
              <a:effectLst/>
            </a:endParaRPr>
          </a:p>
          <a:p>
            <a:pPr marL="0" indent="0" algn="just" rtl="0">
              <a:spcBef>
                <a:spcPts val="0"/>
              </a:spcBef>
              <a:spcAft>
                <a:spcPts val="800"/>
              </a:spcAft>
              <a:buNone/>
            </a:pPr>
            <a:r>
              <a:rPr lang="en-IN" sz="1800" b="0" i="0" u="none" strike="noStrike" dirty="0">
                <a:solidFill>
                  <a:srgbClr val="222222"/>
                </a:solidFill>
                <a:effectLst/>
                <a:latin typeface="Arial" panose="020B0604020202020204" pitchFamily="34" charset="0"/>
              </a:rPr>
              <a:t>[2] </a:t>
            </a:r>
            <a:r>
              <a:rPr lang="en-IN" sz="1800" b="0" i="0" u="sng" strike="noStrike" dirty="0">
                <a:solidFill>
                  <a:srgbClr val="1155CC"/>
                </a:solidFill>
                <a:effectLst/>
                <a:latin typeface="Arial" panose="020B0604020202020204" pitchFamily="34" charset="0"/>
                <a:hlinkClick r:id="rId2"/>
              </a:rPr>
              <a:t>https://maxai.me/</a:t>
            </a:r>
            <a:endParaRPr lang="en-IN" b="0" dirty="0">
              <a:effectLst/>
            </a:endParaRPr>
          </a:p>
          <a:p>
            <a:pPr marL="0" indent="0">
              <a:buNone/>
            </a:pPr>
            <a:r>
              <a:rPr lang="en-IN" sz="1800" b="0" i="0" u="none" strike="noStrike" dirty="0">
                <a:solidFill>
                  <a:srgbClr val="222222"/>
                </a:solidFill>
                <a:effectLst/>
                <a:latin typeface="Arial" panose="020B0604020202020204" pitchFamily="34" charset="0"/>
              </a:rPr>
              <a:t>[3] </a:t>
            </a:r>
            <a:r>
              <a:rPr lang="en-IN" sz="1800" b="0" i="0" u="sng" strike="noStrike" dirty="0">
                <a:solidFill>
                  <a:srgbClr val="1155CC"/>
                </a:solidFill>
                <a:effectLst/>
                <a:latin typeface="Arial" panose="020B0604020202020204" pitchFamily="34" charset="0"/>
                <a:hlinkClick r:id="rId3"/>
              </a:rPr>
              <a:t>https://chromewebstore.google.com/detail/webchatgpt-chatgpt-with-i/lpfemeioodjbpieminkklglpmhlngfcn</a:t>
            </a:r>
            <a:r>
              <a:rPr lang="en-IN" sz="1800" b="0" i="0" u="none" strike="noStrike" dirty="0">
                <a:solidFill>
                  <a:srgbClr val="222222"/>
                </a:solidFill>
                <a:effectLst/>
                <a:latin typeface="Arial" panose="020B0604020202020204" pitchFamily="34" charset="0"/>
              </a:rPr>
              <a:t> </a:t>
            </a:r>
            <a:endParaRPr lang="en-IN" dirty="0"/>
          </a:p>
        </p:txBody>
      </p:sp>
    </p:spTree>
    <p:extLst>
      <p:ext uri="{BB962C8B-B14F-4D97-AF65-F5344CB8AC3E}">
        <p14:creationId xmlns:p14="http://schemas.microsoft.com/office/powerpoint/2010/main" val="1943383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1103</Words>
  <Application>Microsoft Office PowerPoint</Application>
  <PresentationFormat>Widescreen</PresentationFormat>
  <Paragraphs>103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Intelligent Content Aggregator And Knowledge Synthesizer</vt:lpstr>
      <vt:lpstr>AGENDA</vt:lpstr>
      <vt:lpstr>Problem Statement</vt:lpstr>
      <vt:lpstr>Background And Introduction</vt:lpstr>
      <vt:lpstr>Literature Review [1]</vt:lpstr>
      <vt:lpstr>PowerPoint Presentation</vt:lpstr>
      <vt:lpstr>Literature Review [2]</vt:lpstr>
      <vt:lpstr>Literature Review [3]</vt:lpstr>
      <vt:lpstr>USE CASE</vt:lpstr>
      <vt:lpstr>Objectives</vt:lpstr>
      <vt:lpstr>Novelty</vt:lpstr>
      <vt:lpstr>Architecture Diagram</vt:lpstr>
      <vt:lpstr>Methodology</vt:lpstr>
      <vt:lpstr>Preliminary Results</vt:lpstr>
      <vt:lpstr>PowerPoint Presentation</vt:lpstr>
      <vt:lpstr>Expected Outcomes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Content Aggregator And Knowledge Synthesizer</dc:title>
  <dc:creator>Srinath Vissarapu</dc:creator>
  <cp:lastModifiedBy>Srinath Vissarapu</cp:lastModifiedBy>
  <cp:revision>10</cp:revision>
  <dcterms:created xsi:type="dcterms:W3CDTF">2024-02-01T07:09:30Z</dcterms:created>
  <dcterms:modified xsi:type="dcterms:W3CDTF">2024-02-01T09:50:17Z</dcterms:modified>
</cp:coreProperties>
</file>